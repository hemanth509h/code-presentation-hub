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2"/>
  </p:notesMasterIdLst>
  <p:sldIdLst>
    <p:sldId id="256" r:id="rId2"/>
    <p:sldId id="257" r:id="rId3"/>
    <p:sldId id="258" r:id="rId4"/>
    <p:sldId id="259" r:id="rId5"/>
    <p:sldId id="260" r:id="rId6"/>
    <p:sldId id="261" r:id="rId7"/>
    <p:sldId id="266" r:id="rId8"/>
    <p:sldId id="262" r:id="rId9"/>
    <p:sldId id="263" r:id="rId10"/>
    <p:sldId id="264" r:id="rId11"/>
  </p:sldIdLst>
  <p:sldSz cx="9144000" cy="5143500" type="screen16x9"/>
  <p:notesSz cx="6858000" cy="9144000"/>
  <p:embeddedFontLst>
    <p:embeddedFont>
      <p:font typeface="Roboto Slab" pitchFamily="2" charset="0"/>
      <p:regular r:id="rId13"/>
      <p:bold r:id="rId14"/>
    </p:embeddedFont>
    <p:embeddedFont>
      <p:font typeface="Source Sans Pro" panose="020B0503030403020204" pitchFamily="34" charset="0"/>
      <p:regular r:id="rId1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14" d="100"/>
          <a:sy n="114" d="100"/>
        </p:scale>
        <p:origin x="562" y="91"/>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
        <p:cNvGrpSpPr/>
        <p:nvPr/>
      </p:nvGrpSpPr>
      <p:grpSpPr>
        <a:xfrm>
          <a:off x="0" y="0"/>
          <a:ext cx="0" cy="0"/>
          <a:chOff x="0" y="0"/>
          <a:chExt cx="0" cy="0"/>
        </a:xfrm>
      </p:grpSpPr>
      <p:sp>
        <p:nvSpPr>
          <p:cNvPr id="71" name="Google Shape;7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2" name="Google Shape;7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g32b31072225_0_59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 name="Google Shape;82;g32b31072225_0_5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g32b31072225_0_6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8" name="Google Shape;88;g32b31072225_0_6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g32b31072225_0_6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 name="Google Shape;94;g32b31072225_0_6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g32b31072225_0_6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 name="Google Shape;100;g32b31072225_0_6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g32b31072225_0_6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6" name="Google Shape;106;g32b31072225_0_6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2f02e721f5_0_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32f02e721f5_0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g32b31072225_0_7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 name="Google Shape;121;g32b31072225_0_7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g32b31072225_0_7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7" name="Google Shape;127;g32b31072225_0_7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type="title">
  <p:cSld name="TITLE">
    <p:bg>
      <p:bgPr>
        <a:blipFill>
          <a:blip r:embed="rId2">
            <a:alphaModFix/>
          </a:blip>
          <a:stretch>
            <a:fillRect/>
          </a:stretch>
        </a:blipFill>
        <a:effectLst/>
      </p:bgPr>
    </p:bg>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1700185" y="1991850"/>
            <a:ext cx="5807400" cy="1159800"/>
          </a:xfrm>
          <a:prstGeom prst="rect">
            <a:avLst/>
          </a:prstGeom>
        </p:spPr>
        <p:txBody>
          <a:bodyPr spcFirstLastPara="1" wrap="square" lIns="91425" tIns="91425" rIns="91425" bIns="91425" anchor="ctr" anchorCtr="0">
            <a:noAutofit/>
          </a:bodyPr>
          <a:lstStyle>
            <a:lvl1pPr lvl="0">
              <a:spcBef>
                <a:spcPts val="0"/>
              </a:spcBef>
              <a:spcAft>
                <a:spcPts val="0"/>
              </a:spcAft>
              <a:buSzPts val="5800"/>
              <a:buNone/>
              <a:defRPr sz="5800" b="1"/>
            </a:lvl1pPr>
            <a:lvl2pPr lvl="1">
              <a:spcBef>
                <a:spcPts val="0"/>
              </a:spcBef>
              <a:spcAft>
                <a:spcPts val="0"/>
              </a:spcAft>
              <a:buSzPts val="5800"/>
              <a:buNone/>
              <a:defRPr sz="5800" b="1"/>
            </a:lvl2pPr>
            <a:lvl3pPr lvl="2">
              <a:spcBef>
                <a:spcPts val="0"/>
              </a:spcBef>
              <a:spcAft>
                <a:spcPts val="0"/>
              </a:spcAft>
              <a:buSzPts val="5800"/>
              <a:buNone/>
              <a:defRPr sz="5800" b="1"/>
            </a:lvl3pPr>
            <a:lvl4pPr lvl="3">
              <a:spcBef>
                <a:spcPts val="0"/>
              </a:spcBef>
              <a:spcAft>
                <a:spcPts val="0"/>
              </a:spcAft>
              <a:buSzPts val="5800"/>
              <a:buNone/>
              <a:defRPr sz="5800" b="1"/>
            </a:lvl4pPr>
            <a:lvl5pPr lvl="4">
              <a:spcBef>
                <a:spcPts val="0"/>
              </a:spcBef>
              <a:spcAft>
                <a:spcPts val="0"/>
              </a:spcAft>
              <a:buSzPts val="5800"/>
              <a:buNone/>
              <a:defRPr sz="5800" b="1"/>
            </a:lvl5pPr>
            <a:lvl6pPr lvl="5">
              <a:spcBef>
                <a:spcPts val="0"/>
              </a:spcBef>
              <a:spcAft>
                <a:spcPts val="0"/>
              </a:spcAft>
              <a:buSzPts val="5800"/>
              <a:buNone/>
              <a:defRPr sz="5800" b="1"/>
            </a:lvl6pPr>
            <a:lvl7pPr lvl="6">
              <a:spcBef>
                <a:spcPts val="0"/>
              </a:spcBef>
              <a:spcAft>
                <a:spcPts val="0"/>
              </a:spcAft>
              <a:buSzPts val="5800"/>
              <a:buNone/>
              <a:defRPr sz="5800" b="1"/>
            </a:lvl7pPr>
            <a:lvl8pPr lvl="7">
              <a:spcBef>
                <a:spcPts val="0"/>
              </a:spcBef>
              <a:spcAft>
                <a:spcPts val="0"/>
              </a:spcAft>
              <a:buSzPts val="5800"/>
              <a:buNone/>
              <a:defRPr sz="5800" b="1"/>
            </a:lvl8pPr>
            <a:lvl9pPr lvl="8">
              <a:spcBef>
                <a:spcPts val="0"/>
              </a:spcBef>
              <a:spcAft>
                <a:spcPts val="0"/>
              </a:spcAft>
              <a:buSzPts val="5800"/>
              <a:buNone/>
              <a:defRPr sz="5800" b="1"/>
            </a:lvl9pPr>
          </a:lstStyle>
          <a:p>
            <a:endParaRPr/>
          </a:p>
        </p:txBody>
      </p:sp>
      <p:sp>
        <p:nvSpPr>
          <p:cNvPr id="11" name="Google Shape;11;p2"/>
          <p:cNvSpPr/>
          <p:nvPr/>
        </p:nvSpPr>
        <p:spPr>
          <a:xfrm>
            <a:off x="7337531" y="4630074"/>
            <a:ext cx="96300" cy="96000"/>
          </a:xfrm>
          <a:prstGeom prst="ellipse">
            <a:avLst/>
          </a:prstGeom>
          <a:solidFill>
            <a:schemeClr val="accent1"/>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p:nvPr/>
        </p:nvSpPr>
        <p:spPr>
          <a:xfrm>
            <a:off x="7790243" y="4182401"/>
            <a:ext cx="96300" cy="96000"/>
          </a:xfrm>
          <a:prstGeom prst="ellipse">
            <a:avLst/>
          </a:prstGeom>
          <a:solidFill>
            <a:schemeClr val="accent1"/>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a:off x="8893253" y="3333348"/>
            <a:ext cx="57600" cy="57600"/>
          </a:xfrm>
          <a:prstGeom prst="ellipse">
            <a:avLst/>
          </a:prstGeom>
          <a:solidFill>
            <a:schemeClr val="accent1"/>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
          <p:cNvSpPr/>
          <p:nvPr/>
        </p:nvSpPr>
        <p:spPr>
          <a:xfrm>
            <a:off x="8771302" y="4923775"/>
            <a:ext cx="96300" cy="96000"/>
          </a:xfrm>
          <a:prstGeom prst="ellipse">
            <a:avLst/>
          </a:prstGeom>
          <a:solidFill>
            <a:schemeClr val="accent1"/>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p:nvPr/>
        </p:nvSpPr>
        <p:spPr>
          <a:xfrm>
            <a:off x="2386266" y="508134"/>
            <a:ext cx="96300" cy="96000"/>
          </a:xfrm>
          <a:prstGeom prst="ellipse">
            <a:avLst/>
          </a:prstGeom>
          <a:solidFill>
            <a:schemeClr val="accent1"/>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
          <p:cNvSpPr/>
          <p:nvPr/>
        </p:nvSpPr>
        <p:spPr>
          <a:xfrm>
            <a:off x="479460" y="2703980"/>
            <a:ext cx="96300" cy="96000"/>
          </a:xfrm>
          <a:prstGeom prst="ellipse">
            <a:avLst/>
          </a:prstGeom>
          <a:solidFill>
            <a:schemeClr val="accent1"/>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
          <p:cNvSpPr/>
          <p:nvPr/>
        </p:nvSpPr>
        <p:spPr>
          <a:xfrm>
            <a:off x="261540" y="643097"/>
            <a:ext cx="96300" cy="96000"/>
          </a:xfrm>
          <a:prstGeom prst="ellipse">
            <a:avLst/>
          </a:prstGeom>
          <a:solidFill>
            <a:schemeClr val="accent1"/>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8;p2"/>
          <p:cNvSpPr/>
          <p:nvPr/>
        </p:nvSpPr>
        <p:spPr>
          <a:xfrm>
            <a:off x="507235" y="1080863"/>
            <a:ext cx="192600" cy="1923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p2"/>
          <p:cNvSpPr/>
          <p:nvPr/>
        </p:nvSpPr>
        <p:spPr>
          <a:xfrm>
            <a:off x="8314019" y="3625322"/>
            <a:ext cx="144300" cy="1440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2"/>
          <p:cNvSpPr/>
          <p:nvPr/>
        </p:nvSpPr>
        <p:spPr>
          <a:xfrm>
            <a:off x="8882858" y="4186761"/>
            <a:ext cx="144300" cy="1440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2"/>
          <p:cNvSpPr/>
          <p:nvPr/>
        </p:nvSpPr>
        <p:spPr>
          <a:xfrm>
            <a:off x="158313" y="1596559"/>
            <a:ext cx="57600" cy="57600"/>
          </a:xfrm>
          <a:prstGeom prst="ellipse">
            <a:avLst/>
          </a:prstGeom>
          <a:solidFill>
            <a:schemeClr val="accent1"/>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2"/>
          <p:cNvSpPr/>
          <p:nvPr/>
        </p:nvSpPr>
        <p:spPr>
          <a:xfrm>
            <a:off x="1396483" y="226428"/>
            <a:ext cx="192600" cy="1923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2"/>
          <p:cNvSpPr/>
          <p:nvPr/>
        </p:nvSpPr>
        <p:spPr>
          <a:xfrm>
            <a:off x="617492" y="2000594"/>
            <a:ext cx="57600" cy="57600"/>
          </a:xfrm>
          <a:prstGeom prst="ellipse">
            <a:avLst/>
          </a:prstGeom>
          <a:solidFill>
            <a:schemeClr val="accent1"/>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2"/>
          <p:cNvSpPr/>
          <p:nvPr/>
        </p:nvSpPr>
        <p:spPr>
          <a:xfrm>
            <a:off x="3425273" y="387880"/>
            <a:ext cx="57600" cy="57600"/>
          </a:xfrm>
          <a:prstGeom prst="ellipse">
            <a:avLst/>
          </a:prstGeom>
          <a:solidFill>
            <a:schemeClr val="accent1"/>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2"/>
          <p:cNvSpPr/>
          <p:nvPr/>
        </p:nvSpPr>
        <p:spPr>
          <a:xfrm>
            <a:off x="8014029" y="4567546"/>
            <a:ext cx="192600" cy="1923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ubtitle">
  <p:cSld name="TITLE_1">
    <p:bg>
      <p:bgPr>
        <a:blipFill>
          <a:blip r:embed="rId2">
            <a:alphaModFix/>
          </a:blip>
          <a:stretch>
            <a:fillRect/>
          </a:stretch>
        </a:blipFill>
        <a:effectLst/>
      </p:bgPr>
    </p:bg>
    <p:spTree>
      <p:nvGrpSpPr>
        <p:cNvPr id="1" name="Shape 26"/>
        <p:cNvGrpSpPr/>
        <p:nvPr/>
      </p:nvGrpSpPr>
      <p:grpSpPr>
        <a:xfrm>
          <a:off x="0" y="0"/>
          <a:ext cx="0" cy="0"/>
          <a:chOff x="0" y="0"/>
          <a:chExt cx="0" cy="0"/>
        </a:xfrm>
      </p:grpSpPr>
      <p:sp>
        <p:nvSpPr>
          <p:cNvPr id="27" name="Google Shape;27;p3"/>
          <p:cNvSpPr txBox="1">
            <a:spLocks noGrp="1"/>
          </p:cNvSpPr>
          <p:nvPr>
            <p:ph type="ctrTitle"/>
          </p:nvPr>
        </p:nvSpPr>
        <p:spPr>
          <a:xfrm>
            <a:off x="1546025" y="1754794"/>
            <a:ext cx="5832600" cy="1159800"/>
          </a:xfrm>
          <a:prstGeom prst="rect">
            <a:avLst/>
          </a:prstGeom>
        </p:spPr>
        <p:txBody>
          <a:bodyPr spcFirstLastPara="1" wrap="square" lIns="91425" tIns="91425" rIns="91425" bIns="91425" anchor="b" anchorCtr="0">
            <a:noAutofit/>
          </a:bodyPr>
          <a:lstStyle>
            <a:lvl1pPr lvl="0">
              <a:spcBef>
                <a:spcPts val="0"/>
              </a:spcBef>
              <a:spcAft>
                <a:spcPts val="0"/>
              </a:spcAft>
              <a:buSzPts val="4400"/>
              <a:buNone/>
              <a:defRPr sz="4400" b="1"/>
            </a:lvl1pPr>
            <a:lvl2pPr lvl="1">
              <a:spcBef>
                <a:spcPts val="0"/>
              </a:spcBef>
              <a:spcAft>
                <a:spcPts val="0"/>
              </a:spcAft>
              <a:buSzPts val="4400"/>
              <a:buNone/>
              <a:defRPr sz="4400" b="1"/>
            </a:lvl2pPr>
            <a:lvl3pPr lvl="2">
              <a:spcBef>
                <a:spcPts val="0"/>
              </a:spcBef>
              <a:spcAft>
                <a:spcPts val="0"/>
              </a:spcAft>
              <a:buSzPts val="4400"/>
              <a:buNone/>
              <a:defRPr sz="4400" b="1"/>
            </a:lvl3pPr>
            <a:lvl4pPr lvl="3">
              <a:spcBef>
                <a:spcPts val="0"/>
              </a:spcBef>
              <a:spcAft>
                <a:spcPts val="0"/>
              </a:spcAft>
              <a:buSzPts val="4400"/>
              <a:buNone/>
              <a:defRPr sz="4400" b="1"/>
            </a:lvl4pPr>
            <a:lvl5pPr lvl="4">
              <a:spcBef>
                <a:spcPts val="0"/>
              </a:spcBef>
              <a:spcAft>
                <a:spcPts val="0"/>
              </a:spcAft>
              <a:buSzPts val="4400"/>
              <a:buNone/>
              <a:defRPr sz="4400" b="1"/>
            </a:lvl5pPr>
            <a:lvl6pPr lvl="5">
              <a:spcBef>
                <a:spcPts val="0"/>
              </a:spcBef>
              <a:spcAft>
                <a:spcPts val="0"/>
              </a:spcAft>
              <a:buSzPts val="4400"/>
              <a:buNone/>
              <a:defRPr sz="4400" b="1"/>
            </a:lvl6pPr>
            <a:lvl7pPr lvl="6">
              <a:spcBef>
                <a:spcPts val="0"/>
              </a:spcBef>
              <a:spcAft>
                <a:spcPts val="0"/>
              </a:spcAft>
              <a:buSzPts val="4400"/>
              <a:buNone/>
              <a:defRPr sz="4400" b="1"/>
            </a:lvl7pPr>
            <a:lvl8pPr lvl="7">
              <a:spcBef>
                <a:spcPts val="0"/>
              </a:spcBef>
              <a:spcAft>
                <a:spcPts val="0"/>
              </a:spcAft>
              <a:buSzPts val="4400"/>
              <a:buNone/>
              <a:defRPr sz="4400" b="1"/>
            </a:lvl8pPr>
            <a:lvl9pPr lvl="8">
              <a:spcBef>
                <a:spcPts val="0"/>
              </a:spcBef>
              <a:spcAft>
                <a:spcPts val="0"/>
              </a:spcAft>
              <a:buSzPts val="4400"/>
              <a:buNone/>
              <a:defRPr sz="4400" b="1"/>
            </a:lvl9pPr>
          </a:lstStyle>
          <a:p>
            <a:endParaRPr/>
          </a:p>
        </p:txBody>
      </p:sp>
      <p:sp>
        <p:nvSpPr>
          <p:cNvPr id="28" name="Google Shape;28;p3"/>
          <p:cNvSpPr txBox="1">
            <a:spLocks noGrp="1"/>
          </p:cNvSpPr>
          <p:nvPr>
            <p:ph type="subTitle" idx="1"/>
          </p:nvPr>
        </p:nvSpPr>
        <p:spPr>
          <a:xfrm>
            <a:off x="1546025" y="3011511"/>
            <a:ext cx="5832600" cy="784800"/>
          </a:xfrm>
          <a:prstGeom prst="rect">
            <a:avLst/>
          </a:prstGeom>
        </p:spPr>
        <p:txBody>
          <a:bodyPr spcFirstLastPara="1" wrap="square" lIns="91425" tIns="91425" rIns="91425" bIns="91425" anchor="t" anchorCtr="0">
            <a:noAutofit/>
          </a:bodyPr>
          <a:lstStyle>
            <a:lvl1pPr lvl="0">
              <a:spcBef>
                <a:spcPts val="0"/>
              </a:spcBef>
              <a:spcAft>
                <a:spcPts val="0"/>
              </a:spcAft>
              <a:buClr>
                <a:schemeClr val="accent3"/>
              </a:buClr>
              <a:buSzPts val="3000"/>
              <a:buNone/>
              <a:defRPr>
                <a:solidFill>
                  <a:schemeClr val="accent3"/>
                </a:solidFill>
              </a:defRPr>
            </a:lvl1pPr>
            <a:lvl2pPr lvl="1">
              <a:spcBef>
                <a:spcPts val="0"/>
              </a:spcBef>
              <a:spcAft>
                <a:spcPts val="0"/>
              </a:spcAft>
              <a:buClr>
                <a:schemeClr val="accent3"/>
              </a:buClr>
              <a:buSzPts val="3000"/>
              <a:buNone/>
              <a:defRPr sz="3000">
                <a:solidFill>
                  <a:schemeClr val="accent3"/>
                </a:solidFill>
              </a:defRPr>
            </a:lvl2pPr>
            <a:lvl3pPr lvl="2">
              <a:spcBef>
                <a:spcPts val="0"/>
              </a:spcBef>
              <a:spcAft>
                <a:spcPts val="0"/>
              </a:spcAft>
              <a:buClr>
                <a:schemeClr val="accent3"/>
              </a:buClr>
              <a:buSzPts val="3000"/>
              <a:buNone/>
              <a:defRPr sz="3000">
                <a:solidFill>
                  <a:schemeClr val="accent3"/>
                </a:solidFill>
              </a:defRPr>
            </a:lvl3pPr>
            <a:lvl4pPr lvl="3">
              <a:spcBef>
                <a:spcPts val="0"/>
              </a:spcBef>
              <a:spcAft>
                <a:spcPts val="0"/>
              </a:spcAft>
              <a:buClr>
                <a:schemeClr val="accent3"/>
              </a:buClr>
              <a:buSzPts val="3000"/>
              <a:buNone/>
              <a:defRPr sz="3000">
                <a:solidFill>
                  <a:schemeClr val="accent3"/>
                </a:solidFill>
              </a:defRPr>
            </a:lvl4pPr>
            <a:lvl5pPr lvl="4">
              <a:spcBef>
                <a:spcPts val="0"/>
              </a:spcBef>
              <a:spcAft>
                <a:spcPts val="0"/>
              </a:spcAft>
              <a:buClr>
                <a:schemeClr val="accent3"/>
              </a:buClr>
              <a:buSzPts val="3000"/>
              <a:buNone/>
              <a:defRPr sz="3000">
                <a:solidFill>
                  <a:schemeClr val="accent3"/>
                </a:solidFill>
              </a:defRPr>
            </a:lvl5pPr>
            <a:lvl6pPr lvl="5">
              <a:spcBef>
                <a:spcPts val="0"/>
              </a:spcBef>
              <a:spcAft>
                <a:spcPts val="0"/>
              </a:spcAft>
              <a:buClr>
                <a:schemeClr val="accent3"/>
              </a:buClr>
              <a:buSzPts val="3000"/>
              <a:buNone/>
              <a:defRPr sz="3000">
                <a:solidFill>
                  <a:schemeClr val="accent3"/>
                </a:solidFill>
              </a:defRPr>
            </a:lvl6pPr>
            <a:lvl7pPr lvl="6">
              <a:spcBef>
                <a:spcPts val="0"/>
              </a:spcBef>
              <a:spcAft>
                <a:spcPts val="0"/>
              </a:spcAft>
              <a:buClr>
                <a:schemeClr val="accent3"/>
              </a:buClr>
              <a:buSzPts val="3000"/>
              <a:buNone/>
              <a:defRPr sz="3000">
                <a:solidFill>
                  <a:schemeClr val="accent3"/>
                </a:solidFill>
              </a:defRPr>
            </a:lvl7pPr>
            <a:lvl8pPr lvl="7">
              <a:spcBef>
                <a:spcPts val="0"/>
              </a:spcBef>
              <a:spcAft>
                <a:spcPts val="0"/>
              </a:spcAft>
              <a:buClr>
                <a:schemeClr val="accent3"/>
              </a:buClr>
              <a:buSzPts val="3000"/>
              <a:buNone/>
              <a:defRPr sz="3000">
                <a:solidFill>
                  <a:schemeClr val="accent3"/>
                </a:solidFill>
              </a:defRPr>
            </a:lvl8pPr>
            <a:lvl9pPr lvl="8">
              <a:spcBef>
                <a:spcPts val="0"/>
              </a:spcBef>
              <a:spcAft>
                <a:spcPts val="0"/>
              </a:spcAft>
              <a:buClr>
                <a:schemeClr val="accent3"/>
              </a:buClr>
              <a:buSzPts val="3000"/>
              <a:buNone/>
              <a:defRPr sz="3000">
                <a:solidFill>
                  <a:schemeClr val="accent3"/>
                </a:solidFill>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Quote">
  <p:cSld name="TITLE_1_1">
    <p:spTree>
      <p:nvGrpSpPr>
        <p:cNvPr id="1" name="Shape 29"/>
        <p:cNvGrpSpPr/>
        <p:nvPr/>
      </p:nvGrpSpPr>
      <p:grpSpPr>
        <a:xfrm>
          <a:off x="0" y="0"/>
          <a:ext cx="0" cy="0"/>
          <a:chOff x="0" y="0"/>
          <a:chExt cx="0" cy="0"/>
        </a:xfrm>
      </p:grpSpPr>
      <p:pic>
        <p:nvPicPr>
          <p:cNvPr id="30" name="Google Shape;30;p4"/>
          <p:cNvPicPr preferRelativeResize="0"/>
          <p:nvPr/>
        </p:nvPicPr>
        <p:blipFill rotWithShape="1">
          <a:blip r:embed="rId2">
            <a:alphaModFix/>
          </a:blip>
          <a:srcRect l="19" r="19"/>
          <a:stretch/>
        </p:blipFill>
        <p:spPr>
          <a:xfrm rot="10800000" flipH="1">
            <a:off x="5952" y="0"/>
            <a:ext cx="9140602" cy="5143500"/>
          </a:xfrm>
          <a:prstGeom prst="rect">
            <a:avLst/>
          </a:prstGeom>
          <a:noFill/>
          <a:ln>
            <a:noFill/>
          </a:ln>
        </p:spPr>
      </p:pic>
      <p:sp>
        <p:nvSpPr>
          <p:cNvPr id="31" name="Google Shape;31;p4"/>
          <p:cNvSpPr txBox="1">
            <a:spLocks noGrp="1"/>
          </p:cNvSpPr>
          <p:nvPr>
            <p:ph type="body" idx="1"/>
          </p:nvPr>
        </p:nvSpPr>
        <p:spPr>
          <a:xfrm>
            <a:off x="1215300" y="1723650"/>
            <a:ext cx="6713400" cy="819900"/>
          </a:xfrm>
          <a:prstGeom prst="rect">
            <a:avLst/>
          </a:prstGeom>
        </p:spPr>
        <p:txBody>
          <a:bodyPr spcFirstLastPara="1" wrap="square" lIns="91425" tIns="91425" rIns="91425" bIns="91425" anchor="t" anchorCtr="0">
            <a:noAutofit/>
          </a:bodyPr>
          <a:lstStyle>
            <a:lvl1pPr marL="457200" lvl="0" indent="-457200" algn="ctr">
              <a:spcBef>
                <a:spcPts val="600"/>
              </a:spcBef>
              <a:spcAft>
                <a:spcPts val="0"/>
              </a:spcAft>
              <a:buClr>
                <a:schemeClr val="dk1"/>
              </a:buClr>
              <a:buSzPts val="3600"/>
              <a:buChar char="◎"/>
              <a:defRPr sz="3600" i="1"/>
            </a:lvl1pPr>
            <a:lvl2pPr marL="914400" lvl="1" indent="-457200" algn="ctr">
              <a:spcBef>
                <a:spcPts val="0"/>
              </a:spcBef>
              <a:spcAft>
                <a:spcPts val="0"/>
              </a:spcAft>
              <a:buClr>
                <a:schemeClr val="dk1"/>
              </a:buClr>
              <a:buSzPts val="3600"/>
              <a:buChar char="○"/>
              <a:defRPr sz="3600" i="1"/>
            </a:lvl2pPr>
            <a:lvl3pPr marL="1371600" lvl="2" indent="-457200" algn="ctr">
              <a:spcBef>
                <a:spcPts val="0"/>
              </a:spcBef>
              <a:spcAft>
                <a:spcPts val="0"/>
              </a:spcAft>
              <a:buClr>
                <a:schemeClr val="dk1"/>
              </a:buClr>
              <a:buSzPts val="3600"/>
              <a:buChar char="◉"/>
              <a:defRPr sz="3600" i="1"/>
            </a:lvl3pPr>
            <a:lvl4pPr marL="1828800" lvl="3" indent="-457200" algn="ctr">
              <a:spcBef>
                <a:spcPts val="0"/>
              </a:spcBef>
              <a:spcAft>
                <a:spcPts val="0"/>
              </a:spcAft>
              <a:buSzPts val="3600"/>
              <a:buChar char="●"/>
              <a:defRPr sz="3600" i="1"/>
            </a:lvl4pPr>
            <a:lvl5pPr marL="2286000" lvl="4" indent="-457200" algn="ctr">
              <a:spcBef>
                <a:spcPts val="0"/>
              </a:spcBef>
              <a:spcAft>
                <a:spcPts val="0"/>
              </a:spcAft>
              <a:buSzPts val="3600"/>
              <a:buChar char="○"/>
              <a:defRPr sz="3600" i="1"/>
            </a:lvl5pPr>
            <a:lvl6pPr marL="2743200" lvl="5" indent="-457200" algn="ctr">
              <a:spcBef>
                <a:spcPts val="0"/>
              </a:spcBef>
              <a:spcAft>
                <a:spcPts val="0"/>
              </a:spcAft>
              <a:buSzPts val="3600"/>
              <a:buChar char="■"/>
              <a:defRPr sz="3600" i="1"/>
            </a:lvl6pPr>
            <a:lvl7pPr marL="3200400" lvl="6" indent="-457200" algn="ctr">
              <a:spcBef>
                <a:spcPts val="0"/>
              </a:spcBef>
              <a:spcAft>
                <a:spcPts val="0"/>
              </a:spcAft>
              <a:buSzPts val="3600"/>
              <a:buChar char="●"/>
              <a:defRPr sz="3600" i="1"/>
            </a:lvl7pPr>
            <a:lvl8pPr marL="3657600" lvl="7" indent="-457200" algn="ctr">
              <a:spcBef>
                <a:spcPts val="0"/>
              </a:spcBef>
              <a:spcAft>
                <a:spcPts val="0"/>
              </a:spcAft>
              <a:buSzPts val="3600"/>
              <a:buChar char="○"/>
              <a:defRPr sz="3600" i="1"/>
            </a:lvl8pPr>
            <a:lvl9pPr marL="4114800" lvl="8" indent="-457200" algn="ctr">
              <a:spcBef>
                <a:spcPts val="0"/>
              </a:spcBef>
              <a:spcAft>
                <a:spcPts val="0"/>
              </a:spcAft>
              <a:buSzPts val="3600"/>
              <a:buChar char="■"/>
              <a:defRPr sz="3600" i="1"/>
            </a:lvl9pPr>
          </a:lstStyle>
          <a:p>
            <a:endParaRPr/>
          </a:p>
        </p:txBody>
      </p:sp>
      <p:grpSp>
        <p:nvGrpSpPr>
          <p:cNvPr id="32" name="Google Shape;32;p4"/>
          <p:cNvGrpSpPr/>
          <p:nvPr/>
        </p:nvGrpSpPr>
        <p:grpSpPr>
          <a:xfrm>
            <a:off x="3839646" y="782918"/>
            <a:ext cx="1464573" cy="842707"/>
            <a:chOff x="3593400" y="1729675"/>
            <a:chExt cx="1957200" cy="1123610"/>
          </a:xfrm>
        </p:grpSpPr>
        <p:sp>
          <p:nvSpPr>
            <p:cNvPr id="33" name="Google Shape;33;p4"/>
            <p:cNvSpPr txBox="1"/>
            <p:nvPr/>
          </p:nvSpPr>
          <p:spPr>
            <a:xfrm>
              <a:off x="3593400" y="1729675"/>
              <a:ext cx="1957200" cy="871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6000" b="1">
                  <a:solidFill>
                    <a:schemeClr val="accent1"/>
                  </a:solidFill>
                  <a:latin typeface="Source Sans Pro"/>
                  <a:ea typeface="Source Sans Pro"/>
                  <a:cs typeface="Source Sans Pro"/>
                  <a:sym typeface="Source Sans Pro"/>
                </a:rPr>
                <a:t>“</a:t>
              </a:r>
              <a:endParaRPr sz="6000" b="1">
                <a:solidFill>
                  <a:schemeClr val="accent1"/>
                </a:solidFill>
                <a:latin typeface="Source Sans Pro"/>
                <a:ea typeface="Source Sans Pro"/>
                <a:cs typeface="Source Sans Pro"/>
                <a:sym typeface="Source Sans Pro"/>
              </a:endParaRPr>
            </a:p>
          </p:txBody>
        </p:sp>
        <p:sp>
          <p:nvSpPr>
            <p:cNvPr id="34" name="Google Shape;34;p4"/>
            <p:cNvSpPr/>
            <p:nvPr/>
          </p:nvSpPr>
          <p:spPr>
            <a:xfrm>
              <a:off x="4025400" y="1760085"/>
              <a:ext cx="1093200" cy="1093200"/>
            </a:xfrm>
            <a:prstGeom prst="ellipse">
              <a:avLst/>
            </a:prstGeom>
            <a:noFill/>
            <a:ln w="9525" cap="flat" cmpd="sng">
              <a:solidFill>
                <a:srgbClr val="CFD8DC"/>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4"/>
            <p:cNvSpPr/>
            <p:nvPr/>
          </p:nvSpPr>
          <p:spPr>
            <a:xfrm>
              <a:off x="4190700" y="1925385"/>
              <a:ext cx="762600" cy="762600"/>
            </a:xfrm>
            <a:prstGeom prst="ellipse">
              <a:avLst/>
            </a:prstGeom>
            <a:noFill/>
            <a:ln w="19050" cap="flat" cmpd="sng">
              <a:solidFill>
                <a:srgbClr val="CFD8D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36" name="Google Shape;36;p4"/>
          <p:cNvCxnSpPr>
            <a:endCxn id="34" idx="1"/>
          </p:cNvCxnSpPr>
          <p:nvPr/>
        </p:nvCxnSpPr>
        <p:spPr>
          <a:xfrm>
            <a:off x="3750511" y="390297"/>
            <a:ext cx="532200" cy="535500"/>
          </a:xfrm>
          <a:prstGeom prst="straightConnector1">
            <a:avLst/>
          </a:prstGeom>
          <a:noFill/>
          <a:ln w="9525" cap="flat" cmpd="sng">
            <a:solidFill>
              <a:srgbClr val="CFD8DC"/>
            </a:solidFill>
            <a:prstDash val="solid"/>
            <a:round/>
            <a:headEnd type="none" w="med" len="med"/>
            <a:tailEnd type="none" w="med" len="med"/>
          </a:ln>
        </p:spPr>
      </p:cxnSp>
      <p:cxnSp>
        <p:nvCxnSpPr>
          <p:cNvPr id="37" name="Google Shape;37;p4"/>
          <p:cNvCxnSpPr/>
          <p:nvPr/>
        </p:nvCxnSpPr>
        <p:spPr>
          <a:xfrm rot="10800000">
            <a:off x="4362902" y="436125"/>
            <a:ext cx="209100" cy="369600"/>
          </a:xfrm>
          <a:prstGeom prst="straightConnector1">
            <a:avLst/>
          </a:prstGeom>
          <a:noFill/>
          <a:ln w="9525" cap="flat" cmpd="sng">
            <a:solidFill>
              <a:srgbClr val="CFD8DC"/>
            </a:solidFill>
            <a:prstDash val="solid"/>
            <a:round/>
            <a:headEnd type="none" w="med" len="med"/>
            <a:tailEnd type="none" w="med" len="med"/>
          </a:ln>
        </p:spPr>
      </p:cxnSp>
      <p:cxnSp>
        <p:nvCxnSpPr>
          <p:cNvPr id="38" name="Google Shape;38;p4"/>
          <p:cNvCxnSpPr/>
          <p:nvPr/>
        </p:nvCxnSpPr>
        <p:spPr>
          <a:xfrm rot="10800000" flipH="1">
            <a:off x="4704510" y="351930"/>
            <a:ext cx="347100" cy="474600"/>
          </a:xfrm>
          <a:prstGeom prst="straightConnector1">
            <a:avLst/>
          </a:prstGeom>
          <a:noFill/>
          <a:ln w="9525" cap="flat" cmpd="sng">
            <a:solidFill>
              <a:srgbClr val="CFD8DC"/>
            </a:solidFill>
            <a:prstDash val="solid"/>
            <a:round/>
            <a:headEnd type="none" w="med" len="med"/>
            <a:tailEnd type="none" w="med" len="med"/>
          </a:ln>
        </p:spPr>
      </p:cxnSp>
      <p:sp>
        <p:nvSpPr>
          <p:cNvPr id="39" name="Google Shape;39;p4"/>
          <p:cNvSpPr txBox="1">
            <a:spLocks noGrp="1"/>
          </p:cNvSpPr>
          <p:nvPr>
            <p:ph type="sldNum" idx="12"/>
          </p:nvPr>
        </p:nvSpPr>
        <p:spPr>
          <a:xfrm>
            <a:off x="-87" y="4749844"/>
            <a:ext cx="9144000" cy="393600"/>
          </a:xfrm>
          <a:prstGeom prst="rect">
            <a:avLst/>
          </a:prstGeom>
        </p:spPr>
        <p:txBody>
          <a:bodyPr spcFirstLastPara="1" wrap="square" lIns="91425" tIns="91425" rIns="91425" bIns="91425" anchor="t" anchorCtr="0">
            <a:noAutofit/>
          </a:bodyPr>
          <a:lstStyle>
            <a:lvl1pPr lvl="0" algn="ctr">
              <a:buNone/>
              <a:defRPr/>
            </a:lvl1pPr>
            <a:lvl2pPr lvl="1" algn="ctr">
              <a:buNone/>
              <a:defRPr/>
            </a:lvl2pPr>
            <a:lvl3pPr lvl="2" algn="ctr">
              <a:buNone/>
              <a:defRPr/>
            </a:lvl3pPr>
            <a:lvl4pPr lvl="3" algn="ctr">
              <a:buNone/>
              <a:defRPr/>
            </a:lvl4pPr>
            <a:lvl5pPr lvl="4" algn="ctr">
              <a:buNone/>
              <a:defRPr/>
            </a:lvl5pPr>
            <a:lvl6pPr lvl="5" algn="ctr">
              <a:buNone/>
              <a:defRPr/>
            </a:lvl6pPr>
            <a:lvl7pPr lvl="6" algn="ctr">
              <a:buNone/>
              <a:defRPr/>
            </a:lvl7pPr>
            <a:lvl8pPr lvl="7" algn="ctr">
              <a:buNone/>
              <a:defRPr/>
            </a:lvl8pPr>
            <a:lvl9pPr lvl="8" algn="ctr">
              <a:buNone/>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 1 column" type="tx">
  <p:cSld name="TITLE_AND_BODY">
    <p:spTree>
      <p:nvGrpSpPr>
        <p:cNvPr id="1" name="Shape 40"/>
        <p:cNvGrpSpPr/>
        <p:nvPr/>
      </p:nvGrpSpPr>
      <p:grpSpPr>
        <a:xfrm>
          <a:off x="0" y="0"/>
          <a:ext cx="0" cy="0"/>
          <a:chOff x="0" y="0"/>
          <a:chExt cx="0" cy="0"/>
        </a:xfrm>
      </p:grpSpPr>
      <p:sp>
        <p:nvSpPr>
          <p:cNvPr id="41" name="Google Shape;41;p5"/>
          <p:cNvSpPr txBox="1">
            <a:spLocks noGrp="1"/>
          </p:cNvSpPr>
          <p:nvPr>
            <p:ph type="title"/>
          </p:nvPr>
        </p:nvSpPr>
        <p:spPr>
          <a:xfrm>
            <a:off x="786150" y="308120"/>
            <a:ext cx="7571700" cy="702600"/>
          </a:xfrm>
          <a:prstGeom prst="rect">
            <a:avLst/>
          </a:prstGeom>
        </p:spPr>
        <p:txBody>
          <a:bodyPr spcFirstLastPara="1" wrap="square" lIns="91425" tIns="91425" rIns="91425" bIns="91425" anchor="b" anchorCtr="0">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a:endParaRPr/>
          </a:p>
        </p:txBody>
      </p:sp>
      <p:sp>
        <p:nvSpPr>
          <p:cNvPr id="42" name="Google Shape;42;p5"/>
          <p:cNvSpPr txBox="1">
            <a:spLocks noGrp="1"/>
          </p:cNvSpPr>
          <p:nvPr>
            <p:ph type="body" idx="1"/>
          </p:nvPr>
        </p:nvSpPr>
        <p:spPr>
          <a:xfrm>
            <a:off x="786150" y="1261700"/>
            <a:ext cx="7571700" cy="3573600"/>
          </a:xfrm>
          <a:prstGeom prst="rect">
            <a:avLst/>
          </a:prstGeom>
        </p:spPr>
        <p:txBody>
          <a:bodyPr spcFirstLastPara="1" wrap="square" lIns="91425" tIns="91425" rIns="91425" bIns="91425" anchor="t" anchorCtr="0">
            <a:noAutofit/>
          </a:bodyPr>
          <a:lstStyle>
            <a:lvl1pPr marL="457200" lvl="0" indent="-381000">
              <a:spcBef>
                <a:spcPts val="600"/>
              </a:spcBef>
              <a:spcAft>
                <a:spcPts val="0"/>
              </a:spcAft>
              <a:buSzPts val="2400"/>
              <a:buChar char="◎"/>
              <a:defRPr sz="2400"/>
            </a:lvl1pPr>
            <a:lvl2pPr marL="914400" lvl="1" indent="-381000">
              <a:spcBef>
                <a:spcPts val="0"/>
              </a:spcBef>
              <a:spcAft>
                <a:spcPts val="0"/>
              </a:spcAft>
              <a:buSzPts val="2400"/>
              <a:buChar char="○"/>
              <a:defRPr/>
            </a:lvl2pPr>
            <a:lvl3pPr marL="1371600" lvl="2" indent="-381000">
              <a:spcBef>
                <a:spcPts val="0"/>
              </a:spcBef>
              <a:spcAft>
                <a:spcPts val="0"/>
              </a:spcAft>
              <a:buSzPts val="2400"/>
              <a:buChar char="◉"/>
              <a:defRPr/>
            </a:lvl3pPr>
            <a:lvl4pPr marL="1828800" lvl="3" indent="-381000">
              <a:spcBef>
                <a:spcPts val="0"/>
              </a:spcBef>
              <a:spcAft>
                <a:spcPts val="0"/>
              </a:spcAft>
              <a:buSzPts val="2400"/>
              <a:buChar char="●"/>
              <a:defRPr sz="2400"/>
            </a:lvl4pPr>
            <a:lvl5pPr marL="2286000" lvl="4" indent="-381000">
              <a:spcBef>
                <a:spcPts val="0"/>
              </a:spcBef>
              <a:spcAft>
                <a:spcPts val="0"/>
              </a:spcAft>
              <a:buSzPts val="2400"/>
              <a:buChar char="○"/>
              <a:defRPr sz="2400"/>
            </a:lvl5pPr>
            <a:lvl6pPr marL="2743200" lvl="5" indent="-381000">
              <a:spcBef>
                <a:spcPts val="0"/>
              </a:spcBef>
              <a:spcAft>
                <a:spcPts val="0"/>
              </a:spcAft>
              <a:buSzPts val="2400"/>
              <a:buChar char="■"/>
              <a:defRPr sz="2400"/>
            </a:lvl6pPr>
            <a:lvl7pPr marL="3200400" lvl="6" indent="-381000">
              <a:spcBef>
                <a:spcPts val="0"/>
              </a:spcBef>
              <a:spcAft>
                <a:spcPts val="0"/>
              </a:spcAft>
              <a:buSzPts val="2400"/>
              <a:buChar char="●"/>
              <a:defRPr sz="2400"/>
            </a:lvl7pPr>
            <a:lvl8pPr marL="3657600" lvl="7" indent="-381000">
              <a:spcBef>
                <a:spcPts val="0"/>
              </a:spcBef>
              <a:spcAft>
                <a:spcPts val="0"/>
              </a:spcAft>
              <a:buSzPts val="2400"/>
              <a:buChar char="○"/>
              <a:defRPr sz="2400"/>
            </a:lvl8pPr>
            <a:lvl9pPr marL="4114800" lvl="8" indent="-381000">
              <a:spcBef>
                <a:spcPts val="0"/>
              </a:spcBef>
              <a:spcAft>
                <a:spcPts val="0"/>
              </a:spcAft>
              <a:buSzPts val="2400"/>
              <a:buChar char="■"/>
              <a:defRPr sz="2400"/>
            </a:lvl9pPr>
          </a:lstStyle>
          <a:p>
            <a:endParaRPr/>
          </a:p>
        </p:txBody>
      </p:sp>
      <p:sp>
        <p:nvSpPr>
          <p:cNvPr id="43" name="Google Shape;43;p5"/>
          <p:cNvSpPr txBox="1">
            <a:spLocks noGrp="1"/>
          </p:cNvSpPr>
          <p:nvPr>
            <p:ph type="sldNum" idx="12"/>
          </p:nvPr>
        </p:nvSpPr>
        <p:spPr>
          <a:xfrm>
            <a:off x="84043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 2 columns" type="twoColTx">
  <p:cSld name="TITLE_AND_TWO_COLUMNS">
    <p:spTree>
      <p:nvGrpSpPr>
        <p:cNvPr id="1" name="Shape 44"/>
        <p:cNvGrpSpPr/>
        <p:nvPr/>
      </p:nvGrpSpPr>
      <p:grpSpPr>
        <a:xfrm>
          <a:off x="0" y="0"/>
          <a:ext cx="0" cy="0"/>
          <a:chOff x="0" y="0"/>
          <a:chExt cx="0" cy="0"/>
        </a:xfrm>
      </p:grpSpPr>
      <p:sp>
        <p:nvSpPr>
          <p:cNvPr id="45" name="Google Shape;45;p6"/>
          <p:cNvSpPr txBox="1">
            <a:spLocks noGrp="1"/>
          </p:cNvSpPr>
          <p:nvPr>
            <p:ph type="title"/>
          </p:nvPr>
        </p:nvSpPr>
        <p:spPr>
          <a:xfrm>
            <a:off x="786150" y="308120"/>
            <a:ext cx="7571700" cy="702600"/>
          </a:xfrm>
          <a:prstGeom prst="rect">
            <a:avLst/>
          </a:prstGeom>
        </p:spPr>
        <p:txBody>
          <a:bodyPr spcFirstLastPara="1" wrap="square" lIns="91425" tIns="91425" rIns="91425" bIns="91425" anchor="b" anchorCtr="0">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a:endParaRPr/>
          </a:p>
        </p:txBody>
      </p:sp>
      <p:sp>
        <p:nvSpPr>
          <p:cNvPr id="46" name="Google Shape;46;p6"/>
          <p:cNvSpPr txBox="1">
            <a:spLocks noGrp="1"/>
          </p:cNvSpPr>
          <p:nvPr>
            <p:ph type="body" idx="1"/>
          </p:nvPr>
        </p:nvSpPr>
        <p:spPr>
          <a:xfrm>
            <a:off x="786137" y="1200150"/>
            <a:ext cx="3675300" cy="3725700"/>
          </a:xfrm>
          <a:prstGeom prst="rect">
            <a:avLst/>
          </a:prstGeom>
        </p:spPr>
        <p:txBody>
          <a:bodyPr spcFirstLastPara="1" wrap="square" lIns="91425" tIns="91425" rIns="91425" bIns="91425" anchor="t" anchorCtr="0">
            <a:noAutofit/>
          </a:bodyPr>
          <a:lstStyle>
            <a:lvl1pPr marL="457200" lvl="0" indent="-355600">
              <a:spcBef>
                <a:spcPts val="600"/>
              </a:spcBef>
              <a:spcAft>
                <a:spcPts val="0"/>
              </a:spcAft>
              <a:buSzPts val="2000"/>
              <a:buChar char="◎"/>
              <a:defRPr sz="2000"/>
            </a:lvl1pPr>
            <a:lvl2pPr marL="914400" lvl="1" indent="-355600">
              <a:spcBef>
                <a:spcPts val="0"/>
              </a:spcBef>
              <a:spcAft>
                <a:spcPts val="0"/>
              </a:spcAft>
              <a:buSzPts val="2000"/>
              <a:buChar char="○"/>
              <a:defRPr sz="2000"/>
            </a:lvl2pPr>
            <a:lvl3pPr marL="1371600" lvl="2" indent="-355600">
              <a:spcBef>
                <a:spcPts val="0"/>
              </a:spcBef>
              <a:spcAft>
                <a:spcPts val="0"/>
              </a:spcAft>
              <a:buSzPts val="2000"/>
              <a:buChar char="◉"/>
              <a:defRPr sz="2000"/>
            </a:lvl3pPr>
            <a:lvl4pPr marL="1828800" lvl="3" indent="-355600">
              <a:spcBef>
                <a:spcPts val="0"/>
              </a:spcBef>
              <a:spcAft>
                <a:spcPts val="0"/>
              </a:spcAft>
              <a:buSzPts val="2000"/>
              <a:buChar char="●"/>
              <a:defRPr sz="2000"/>
            </a:lvl4pPr>
            <a:lvl5pPr marL="2286000" lvl="4" indent="-355600">
              <a:spcBef>
                <a:spcPts val="0"/>
              </a:spcBef>
              <a:spcAft>
                <a:spcPts val="0"/>
              </a:spcAft>
              <a:buSzPts val="2000"/>
              <a:buChar char="○"/>
              <a:defRPr sz="2000"/>
            </a:lvl5pPr>
            <a:lvl6pPr marL="2743200" lvl="5" indent="-355600">
              <a:spcBef>
                <a:spcPts val="0"/>
              </a:spcBef>
              <a:spcAft>
                <a:spcPts val="0"/>
              </a:spcAft>
              <a:buSzPts val="2000"/>
              <a:buChar char="■"/>
              <a:defRPr sz="2000"/>
            </a:lvl6pPr>
            <a:lvl7pPr marL="3200400" lvl="6" indent="-355600">
              <a:spcBef>
                <a:spcPts val="0"/>
              </a:spcBef>
              <a:spcAft>
                <a:spcPts val="0"/>
              </a:spcAft>
              <a:buSzPts val="2000"/>
              <a:buChar char="●"/>
              <a:defRPr sz="2000"/>
            </a:lvl7pPr>
            <a:lvl8pPr marL="3657600" lvl="7" indent="-355600">
              <a:spcBef>
                <a:spcPts val="0"/>
              </a:spcBef>
              <a:spcAft>
                <a:spcPts val="0"/>
              </a:spcAft>
              <a:buSzPts val="2000"/>
              <a:buChar char="○"/>
              <a:defRPr sz="2000"/>
            </a:lvl8pPr>
            <a:lvl9pPr marL="4114800" lvl="8" indent="-355600">
              <a:spcBef>
                <a:spcPts val="0"/>
              </a:spcBef>
              <a:spcAft>
                <a:spcPts val="0"/>
              </a:spcAft>
              <a:buSzPts val="2000"/>
              <a:buChar char="■"/>
              <a:defRPr sz="2000"/>
            </a:lvl9pPr>
          </a:lstStyle>
          <a:p>
            <a:endParaRPr/>
          </a:p>
        </p:txBody>
      </p:sp>
      <p:sp>
        <p:nvSpPr>
          <p:cNvPr id="47" name="Google Shape;47;p6"/>
          <p:cNvSpPr txBox="1">
            <a:spLocks noGrp="1"/>
          </p:cNvSpPr>
          <p:nvPr>
            <p:ph type="body" idx="2"/>
          </p:nvPr>
        </p:nvSpPr>
        <p:spPr>
          <a:xfrm>
            <a:off x="4682659" y="1200150"/>
            <a:ext cx="3675300" cy="3725700"/>
          </a:xfrm>
          <a:prstGeom prst="rect">
            <a:avLst/>
          </a:prstGeom>
        </p:spPr>
        <p:txBody>
          <a:bodyPr spcFirstLastPara="1" wrap="square" lIns="91425" tIns="91425" rIns="91425" bIns="91425" anchor="t" anchorCtr="0">
            <a:noAutofit/>
          </a:bodyPr>
          <a:lstStyle>
            <a:lvl1pPr marL="457200" lvl="0" indent="-355600">
              <a:spcBef>
                <a:spcPts val="600"/>
              </a:spcBef>
              <a:spcAft>
                <a:spcPts val="0"/>
              </a:spcAft>
              <a:buSzPts val="2000"/>
              <a:buChar char="◎"/>
              <a:defRPr sz="2000"/>
            </a:lvl1pPr>
            <a:lvl2pPr marL="914400" lvl="1" indent="-355600">
              <a:spcBef>
                <a:spcPts val="0"/>
              </a:spcBef>
              <a:spcAft>
                <a:spcPts val="0"/>
              </a:spcAft>
              <a:buSzPts val="2000"/>
              <a:buChar char="○"/>
              <a:defRPr sz="2000"/>
            </a:lvl2pPr>
            <a:lvl3pPr marL="1371600" lvl="2" indent="-355600">
              <a:spcBef>
                <a:spcPts val="0"/>
              </a:spcBef>
              <a:spcAft>
                <a:spcPts val="0"/>
              </a:spcAft>
              <a:buSzPts val="2000"/>
              <a:buChar char="◉"/>
              <a:defRPr sz="2000"/>
            </a:lvl3pPr>
            <a:lvl4pPr marL="1828800" lvl="3" indent="-355600">
              <a:spcBef>
                <a:spcPts val="0"/>
              </a:spcBef>
              <a:spcAft>
                <a:spcPts val="0"/>
              </a:spcAft>
              <a:buSzPts val="2000"/>
              <a:buChar char="●"/>
              <a:defRPr sz="2000"/>
            </a:lvl4pPr>
            <a:lvl5pPr marL="2286000" lvl="4" indent="-355600">
              <a:spcBef>
                <a:spcPts val="0"/>
              </a:spcBef>
              <a:spcAft>
                <a:spcPts val="0"/>
              </a:spcAft>
              <a:buSzPts val="2000"/>
              <a:buChar char="○"/>
              <a:defRPr sz="2000"/>
            </a:lvl5pPr>
            <a:lvl6pPr marL="2743200" lvl="5" indent="-355600">
              <a:spcBef>
                <a:spcPts val="0"/>
              </a:spcBef>
              <a:spcAft>
                <a:spcPts val="0"/>
              </a:spcAft>
              <a:buSzPts val="2000"/>
              <a:buChar char="■"/>
              <a:defRPr sz="2000"/>
            </a:lvl6pPr>
            <a:lvl7pPr marL="3200400" lvl="6" indent="-355600">
              <a:spcBef>
                <a:spcPts val="0"/>
              </a:spcBef>
              <a:spcAft>
                <a:spcPts val="0"/>
              </a:spcAft>
              <a:buSzPts val="2000"/>
              <a:buChar char="●"/>
              <a:defRPr sz="2000"/>
            </a:lvl7pPr>
            <a:lvl8pPr marL="3657600" lvl="7" indent="-355600">
              <a:spcBef>
                <a:spcPts val="0"/>
              </a:spcBef>
              <a:spcAft>
                <a:spcPts val="0"/>
              </a:spcAft>
              <a:buSzPts val="2000"/>
              <a:buChar char="○"/>
              <a:defRPr sz="2000"/>
            </a:lvl8pPr>
            <a:lvl9pPr marL="4114800" lvl="8" indent="-355600">
              <a:spcBef>
                <a:spcPts val="0"/>
              </a:spcBef>
              <a:spcAft>
                <a:spcPts val="0"/>
              </a:spcAft>
              <a:buSzPts val="2000"/>
              <a:buChar char="■"/>
              <a:defRPr sz="2000"/>
            </a:lvl9pPr>
          </a:lstStyle>
          <a:p>
            <a:endParaRPr/>
          </a:p>
        </p:txBody>
      </p:sp>
      <p:sp>
        <p:nvSpPr>
          <p:cNvPr id="48" name="Google Shape;48;p6"/>
          <p:cNvSpPr txBox="1">
            <a:spLocks noGrp="1"/>
          </p:cNvSpPr>
          <p:nvPr>
            <p:ph type="sldNum" idx="12"/>
          </p:nvPr>
        </p:nvSpPr>
        <p:spPr>
          <a:xfrm>
            <a:off x="84043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 3 columns">
  <p:cSld name="TITLE_AND_TWO_COLUMNS_1">
    <p:spTree>
      <p:nvGrpSpPr>
        <p:cNvPr id="1" name="Shape 49"/>
        <p:cNvGrpSpPr/>
        <p:nvPr/>
      </p:nvGrpSpPr>
      <p:grpSpPr>
        <a:xfrm>
          <a:off x="0" y="0"/>
          <a:ext cx="0" cy="0"/>
          <a:chOff x="0" y="0"/>
          <a:chExt cx="0" cy="0"/>
        </a:xfrm>
      </p:grpSpPr>
      <p:sp>
        <p:nvSpPr>
          <p:cNvPr id="50" name="Google Shape;50;p7"/>
          <p:cNvSpPr txBox="1">
            <a:spLocks noGrp="1"/>
          </p:cNvSpPr>
          <p:nvPr>
            <p:ph type="title"/>
          </p:nvPr>
        </p:nvSpPr>
        <p:spPr>
          <a:xfrm>
            <a:off x="786150" y="308120"/>
            <a:ext cx="7571700" cy="702600"/>
          </a:xfrm>
          <a:prstGeom prst="rect">
            <a:avLst/>
          </a:prstGeom>
        </p:spPr>
        <p:txBody>
          <a:bodyPr spcFirstLastPara="1" wrap="square" lIns="91425" tIns="91425" rIns="91425" bIns="91425" anchor="b" anchorCtr="0">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a:endParaRPr/>
          </a:p>
        </p:txBody>
      </p:sp>
      <p:sp>
        <p:nvSpPr>
          <p:cNvPr id="51" name="Google Shape;51;p7"/>
          <p:cNvSpPr txBox="1">
            <a:spLocks noGrp="1"/>
          </p:cNvSpPr>
          <p:nvPr>
            <p:ph type="body" idx="1"/>
          </p:nvPr>
        </p:nvSpPr>
        <p:spPr>
          <a:xfrm>
            <a:off x="786150" y="1200150"/>
            <a:ext cx="2419800" cy="3725700"/>
          </a:xfrm>
          <a:prstGeom prst="rect">
            <a:avLst/>
          </a:prstGeom>
        </p:spPr>
        <p:txBody>
          <a:bodyPr spcFirstLastPara="1" wrap="square" lIns="91425" tIns="91425" rIns="91425" bIns="91425" anchor="t" anchorCtr="0">
            <a:noAutofit/>
          </a:bodyPr>
          <a:lstStyle>
            <a:lvl1pPr marL="457200" lvl="0" indent="-342900">
              <a:spcBef>
                <a:spcPts val="600"/>
              </a:spcBef>
              <a:spcAft>
                <a:spcPts val="0"/>
              </a:spcAft>
              <a:buSzPts val="1800"/>
              <a:buChar char="◎"/>
              <a:defRPr sz="1800"/>
            </a:lvl1pPr>
            <a:lvl2pPr marL="914400" lvl="1" indent="-342900">
              <a:spcBef>
                <a:spcPts val="0"/>
              </a:spcBef>
              <a:spcAft>
                <a:spcPts val="0"/>
              </a:spcAft>
              <a:buSzPts val="1800"/>
              <a:buChar char="○"/>
              <a:defRPr sz="1800"/>
            </a:lvl2pPr>
            <a:lvl3pPr marL="1371600" lvl="2" indent="-342900">
              <a:spcBef>
                <a:spcPts val="0"/>
              </a:spcBef>
              <a:spcAft>
                <a:spcPts val="0"/>
              </a:spcAft>
              <a:buSzPts val="1800"/>
              <a:buChar char="◉"/>
              <a:defRPr sz="1800"/>
            </a:lvl3pPr>
            <a:lvl4pPr marL="1828800" lvl="3" indent="-342900">
              <a:spcBef>
                <a:spcPts val="0"/>
              </a:spcBef>
              <a:spcAft>
                <a:spcPts val="0"/>
              </a:spcAft>
              <a:buSzPts val="1800"/>
              <a:buChar char="●"/>
              <a:defRPr/>
            </a:lvl4pPr>
            <a:lvl5pPr marL="2286000" lvl="4" indent="-342900">
              <a:spcBef>
                <a:spcPts val="0"/>
              </a:spcBef>
              <a:spcAft>
                <a:spcPts val="0"/>
              </a:spcAft>
              <a:buSzPts val="1800"/>
              <a:buChar char="○"/>
              <a:defRPr/>
            </a:lvl5pPr>
            <a:lvl6pPr marL="2743200" lvl="5" indent="-342900">
              <a:spcBef>
                <a:spcPts val="0"/>
              </a:spcBef>
              <a:spcAft>
                <a:spcPts val="0"/>
              </a:spcAft>
              <a:buSzPts val="1800"/>
              <a:buChar char="■"/>
              <a:defRPr/>
            </a:lvl6pPr>
            <a:lvl7pPr marL="3200400" lvl="6" indent="-342900">
              <a:spcBef>
                <a:spcPts val="0"/>
              </a:spcBef>
              <a:spcAft>
                <a:spcPts val="0"/>
              </a:spcAft>
              <a:buSzPts val="1800"/>
              <a:buChar char="●"/>
              <a:defRPr/>
            </a:lvl7pPr>
            <a:lvl8pPr marL="3657600" lvl="7" indent="-342900">
              <a:spcBef>
                <a:spcPts val="0"/>
              </a:spcBef>
              <a:spcAft>
                <a:spcPts val="0"/>
              </a:spcAft>
              <a:buSzPts val="1800"/>
              <a:buChar char="○"/>
              <a:defRPr/>
            </a:lvl8pPr>
            <a:lvl9pPr marL="4114800" lvl="8" indent="-342900">
              <a:spcBef>
                <a:spcPts val="0"/>
              </a:spcBef>
              <a:spcAft>
                <a:spcPts val="0"/>
              </a:spcAft>
              <a:buSzPts val="1800"/>
              <a:buChar char="■"/>
              <a:defRPr/>
            </a:lvl9pPr>
          </a:lstStyle>
          <a:p>
            <a:endParaRPr/>
          </a:p>
        </p:txBody>
      </p:sp>
      <p:sp>
        <p:nvSpPr>
          <p:cNvPr id="52" name="Google Shape;52;p7"/>
          <p:cNvSpPr txBox="1">
            <a:spLocks noGrp="1"/>
          </p:cNvSpPr>
          <p:nvPr>
            <p:ph type="body" idx="2"/>
          </p:nvPr>
        </p:nvSpPr>
        <p:spPr>
          <a:xfrm>
            <a:off x="3329992" y="1200150"/>
            <a:ext cx="2419800" cy="3725700"/>
          </a:xfrm>
          <a:prstGeom prst="rect">
            <a:avLst/>
          </a:prstGeom>
        </p:spPr>
        <p:txBody>
          <a:bodyPr spcFirstLastPara="1" wrap="square" lIns="91425" tIns="91425" rIns="91425" bIns="91425" anchor="t" anchorCtr="0">
            <a:noAutofit/>
          </a:bodyPr>
          <a:lstStyle>
            <a:lvl1pPr marL="457200" lvl="0" indent="-342900">
              <a:spcBef>
                <a:spcPts val="600"/>
              </a:spcBef>
              <a:spcAft>
                <a:spcPts val="0"/>
              </a:spcAft>
              <a:buSzPts val="1800"/>
              <a:buChar char="◎"/>
              <a:defRPr sz="1800"/>
            </a:lvl1pPr>
            <a:lvl2pPr marL="914400" lvl="1" indent="-342900">
              <a:spcBef>
                <a:spcPts val="0"/>
              </a:spcBef>
              <a:spcAft>
                <a:spcPts val="0"/>
              </a:spcAft>
              <a:buSzPts val="1800"/>
              <a:buChar char="○"/>
              <a:defRPr sz="1800"/>
            </a:lvl2pPr>
            <a:lvl3pPr marL="1371600" lvl="2" indent="-342900">
              <a:spcBef>
                <a:spcPts val="0"/>
              </a:spcBef>
              <a:spcAft>
                <a:spcPts val="0"/>
              </a:spcAft>
              <a:buSzPts val="1800"/>
              <a:buChar char="◉"/>
              <a:defRPr sz="1800"/>
            </a:lvl3pPr>
            <a:lvl4pPr marL="1828800" lvl="3" indent="-342900">
              <a:spcBef>
                <a:spcPts val="0"/>
              </a:spcBef>
              <a:spcAft>
                <a:spcPts val="0"/>
              </a:spcAft>
              <a:buSzPts val="1800"/>
              <a:buChar char="●"/>
              <a:defRPr/>
            </a:lvl4pPr>
            <a:lvl5pPr marL="2286000" lvl="4" indent="-342900">
              <a:spcBef>
                <a:spcPts val="0"/>
              </a:spcBef>
              <a:spcAft>
                <a:spcPts val="0"/>
              </a:spcAft>
              <a:buSzPts val="1800"/>
              <a:buChar char="○"/>
              <a:defRPr/>
            </a:lvl5pPr>
            <a:lvl6pPr marL="2743200" lvl="5" indent="-342900">
              <a:spcBef>
                <a:spcPts val="0"/>
              </a:spcBef>
              <a:spcAft>
                <a:spcPts val="0"/>
              </a:spcAft>
              <a:buSzPts val="1800"/>
              <a:buChar char="■"/>
              <a:defRPr/>
            </a:lvl6pPr>
            <a:lvl7pPr marL="3200400" lvl="6" indent="-342900">
              <a:spcBef>
                <a:spcPts val="0"/>
              </a:spcBef>
              <a:spcAft>
                <a:spcPts val="0"/>
              </a:spcAft>
              <a:buSzPts val="1800"/>
              <a:buChar char="●"/>
              <a:defRPr/>
            </a:lvl7pPr>
            <a:lvl8pPr marL="3657600" lvl="7" indent="-342900">
              <a:spcBef>
                <a:spcPts val="0"/>
              </a:spcBef>
              <a:spcAft>
                <a:spcPts val="0"/>
              </a:spcAft>
              <a:buSzPts val="1800"/>
              <a:buChar char="○"/>
              <a:defRPr/>
            </a:lvl8pPr>
            <a:lvl9pPr marL="4114800" lvl="8" indent="-342900">
              <a:spcBef>
                <a:spcPts val="0"/>
              </a:spcBef>
              <a:spcAft>
                <a:spcPts val="0"/>
              </a:spcAft>
              <a:buSzPts val="1800"/>
              <a:buChar char="■"/>
              <a:defRPr/>
            </a:lvl9pPr>
          </a:lstStyle>
          <a:p>
            <a:endParaRPr/>
          </a:p>
        </p:txBody>
      </p:sp>
      <p:sp>
        <p:nvSpPr>
          <p:cNvPr id="53" name="Google Shape;53;p7"/>
          <p:cNvSpPr txBox="1">
            <a:spLocks noGrp="1"/>
          </p:cNvSpPr>
          <p:nvPr>
            <p:ph type="body" idx="3"/>
          </p:nvPr>
        </p:nvSpPr>
        <p:spPr>
          <a:xfrm>
            <a:off x="5873834" y="1200150"/>
            <a:ext cx="2419800" cy="3725700"/>
          </a:xfrm>
          <a:prstGeom prst="rect">
            <a:avLst/>
          </a:prstGeom>
        </p:spPr>
        <p:txBody>
          <a:bodyPr spcFirstLastPara="1" wrap="square" lIns="91425" tIns="91425" rIns="91425" bIns="91425" anchor="t" anchorCtr="0">
            <a:noAutofit/>
          </a:bodyPr>
          <a:lstStyle>
            <a:lvl1pPr marL="457200" lvl="0" indent="-342900">
              <a:spcBef>
                <a:spcPts val="600"/>
              </a:spcBef>
              <a:spcAft>
                <a:spcPts val="0"/>
              </a:spcAft>
              <a:buSzPts val="1800"/>
              <a:buChar char="◎"/>
              <a:defRPr sz="1800"/>
            </a:lvl1pPr>
            <a:lvl2pPr marL="914400" lvl="1" indent="-342900">
              <a:spcBef>
                <a:spcPts val="0"/>
              </a:spcBef>
              <a:spcAft>
                <a:spcPts val="0"/>
              </a:spcAft>
              <a:buSzPts val="1800"/>
              <a:buChar char="○"/>
              <a:defRPr sz="1800"/>
            </a:lvl2pPr>
            <a:lvl3pPr marL="1371600" lvl="2" indent="-342900">
              <a:spcBef>
                <a:spcPts val="0"/>
              </a:spcBef>
              <a:spcAft>
                <a:spcPts val="0"/>
              </a:spcAft>
              <a:buSzPts val="1800"/>
              <a:buChar char="◉"/>
              <a:defRPr sz="1800"/>
            </a:lvl3pPr>
            <a:lvl4pPr marL="1828800" lvl="3" indent="-342900">
              <a:spcBef>
                <a:spcPts val="0"/>
              </a:spcBef>
              <a:spcAft>
                <a:spcPts val="0"/>
              </a:spcAft>
              <a:buSzPts val="1800"/>
              <a:buChar char="●"/>
              <a:defRPr/>
            </a:lvl4pPr>
            <a:lvl5pPr marL="2286000" lvl="4" indent="-342900">
              <a:spcBef>
                <a:spcPts val="0"/>
              </a:spcBef>
              <a:spcAft>
                <a:spcPts val="0"/>
              </a:spcAft>
              <a:buSzPts val="1800"/>
              <a:buChar char="○"/>
              <a:defRPr/>
            </a:lvl5pPr>
            <a:lvl6pPr marL="2743200" lvl="5" indent="-342900">
              <a:spcBef>
                <a:spcPts val="0"/>
              </a:spcBef>
              <a:spcAft>
                <a:spcPts val="0"/>
              </a:spcAft>
              <a:buSzPts val="1800"/>
              <a:buChar char="■"/>
              <a:defRPr/>
            </a:lvl6pPr>
            <a:lvl7pPr marL="3200400" lvl="6" indent="-342900">
              <a:spcBef>
                <a:spcPts val="0"/>
              </a:spcBef>
              <a:spcAft>
                <a:spcPts val="0"/>
              </a:spcAft>
              <a:buSzPts val="1800"/>
              <a:buChar char="●"/>
              <a:defRPr/>
            </a:lvl7pPr>
            <a:lvl8pPr marL="3657600" lvl="7" indent="-342900">
              <a:spcBef>
                <a:spcPts val="0"/>
              </a:spcBef>
              <a:spcAft>
                <a:spcPts val="0"/>
              </a:spcAft>
              <a:buSzPts val="1800"/>
              <a:buChar char="○"/>
              <a:defRPr/>
            </a:lvl8pPr>
            <a:lvl9pPr marL="4114800" lvl="8" indent="-342900">
              <a:spcBef>
                <a:spcPts val="0"/>
              </a:spcBef>
              <a:spcAft>
                <a:spcPts val="0"/>
              </a:spcAft>
              <a:buSzPts val="1800"/>
              <a:buChar char="■"/>
              <a:defRPr/>
            </a:lvl9pPr>
          </a:lstStyle>
          <a:p>
            <a:endParaRPr/>
          </a:p>
        </p:txBody>
      </p:sp>
      <p:sp>
        <p:nvSpPr>
          <p:cNvPr id="54" name="Google Shape;54;p7"/>
          <p:cNvSpPr txBox="1">
            <a:spLocks noGrp="1"/>
          </p:cNvSpPr>
          <p:nvPr>
            <p:ph type="sldNum" idx="12"/>
          </p:nvPr>
        </p:nvSpPr>
        <p:spPr>
          <a:xfrm>
            <a:off x="84043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bg>
      <p:bgPr>
        <a:blipFill>
          <a:blip r:embed="rId2">
            <a:alphaModFix/>
          </a:blip>
          <a:stretch>
            <a:fillRect/>
          </a:stretch>
        </a:blipFill>
        <a:effectLst/>
      </p:bgPr>
    </p:bg>
    <p:spTree>
      <p:nvGrpSpPr>
        <p:cNvPr id="1" name="Shape 55"/>
        <p:cNvGrpSpPr/>
        <p:nvPr/>
      </p:nvGrpSpPr>
      <p:grpSpPr>
        <a:xfrm>
          <a:off x="0" y="0"/>
          <a:ext cx="0" cy="0"/>
          <a:chOff x="0" y="0"/>
          <a:chExt cx="0" cy="0"/>
        </a:xfrm>
      </p:grpSpPr>
      <p:sp>
        <p:nvSpPr>
          <p:cNvPr id="56" name="Google Shape;56;p8"/>
          <p:cNvSpPr txBox="1">
            <a:spLocks noGrp="1"/>
          </p:cNvSpPr>
          <p:nvPr>
            <p:ph type="title"/>
          </p:nvPr>
        </p:nvSpPr>
        <p:spPr>
          <a:xfrm>
            <a:off x="786150" y="308120"/>
            <a:ext cx="7571700" cy="702600"/>
          </a:xfrm>
          <a:prstGeom prst="rect">
            <a:avLst/>
          </a:prstGeom>
        </p:spPr>
        <p:txBody>
          <a:bodyPr spcFirstLastPara="1" wrap="square" lIns="91425" tIns="91425" rIns="91425" bIns="91425" anchor="b" anchorCtr="0">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a:endParaRPr/>
          </a:p>
        </p:txBody>
      </p:sp>
      <p:sp>
        <p:nvSpPr>
          <p:cNvPr id="57" name="Google Shape;57;p8"/>
          <p:cNvSpPr txBox="1">
            <a:spLocks noGrp="1"/>
          </p:cNvSpPr>
          <p:nvPr>
            <p:ph type="sldNum" idx="12"/>
          </p:nvPr>
        </p:nvSpPr>
        <p:spPr>
          <a:xfrm>
            <a:off x="84043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aption">
  <p:cSld name="CAPTION_ONLY">
    <p:bg>
      <p:bgPr>
        <a:blipFill>
          <a:blip r:embed="rId2">
            <a:alphaModFix/>
          </a:blip>
          <a:stretch>
            <a:fillRect/>
          </a:stretch>
        </a:blipFill>
        <a:effectLst/>
      </p:bgPr>
    </p:bg>
    <p:spTree>
      <p:nvGrpSpPr>
        <p:cNvPr id="1" name="Shape 58"/>
        <p:cNvGrpSpPr/>
        <p:nvPr/>
      </p:nvGrpSpPr>
      <p:grpSpPr>
        <a:xfrm>
          <a:off x="0" y="0"/>
          <a:ext cx="0" cy="0"/>
          <a:chOff x="0" y="0"/>
          <a:chExt cx="0" cy="0"/>
        </a:xfrm>
      </p:grpSpPr>
      <p:sp>
        <p:nvSpPr>
          <p:cNvPr id="59" name="Google Shape;59;p9"/>
          <p:cNvSpPr txBox="1">
            <a:spLocks noGrp="1"/>
          </p:cNvSpPr>
          <p:nvPr>
            <p:ph type="body" idx="1"/>
          </p:nvPr>
        </p:nvSpPr>
        <p:spPr>
          <a:xfrm>
            <a:off x="457200" y="4055343"/>
            <a:ext cx="8229600" cy="368700"/>
          </a:xfrm>
          <a:prstGeom prst="rect">
            <a:avLst/>
          </a:prstGeom>
        </p:spPr>
        <p:txBody>
          <a:bodyPr spcFirstLastPara="1" wrap="square" lIns="91425" tIns="91425" rIns="91425" bIns="91425" anchor="t" anchorCtr="0">
            <a:noAutofit/>
          </a:bodyPr>
          <a:lstStyle>
            <a:lvl1pPr marL="457200" lvl="0" indent="-228600" algn="ctr">
              <a:spcBef>
                <a:spcPts val="360"/>
              </a:spcBef>
              <a:spcAft>
                <a:spcPts val="0"/>
              </a:spcAft>
              <a:buSzPts val="1800"/>
              <a:buNone/>
              <a:defRPr sz="1800"/>
            </a:lvl1pPr>
          </a:lstStyle>
          <a:p>
            <a:endParaRPr/>
          </a:p>
        </p:txBody>
      </p:sp>
      <p:sp>
        <p:nvSpPr>
          <p:cNvPr id="60" name="Google Shape;60;p9"/>
          <p:cNvSpPr txBox="1">
            <a:spLocks noGrp="1"/>
          </p:cNvSpPr>
          <p:nvPr>
            <p:ph type="sldNum" idx="12"/>
          </p:nvPr>
        </p:nvSpPr>
        <p:spPr>
          <a:xfrm>
            <a:off x="-92" y="4749844"/>
            <a:ext cx="9144000" cy="393600"/>
          </a:xfrm>
          <a:prstGeom prst="rect">
            <a:avLst/>
          </a:prstGeom>
        </p:spPr>
        <p:txBody>
          <a:bodyPr spcFirstLastPara="1" wrap="square" lIns="91425" tIns="91425" rIns="91425" bIns="91425" anchor="t" anchorCtr="0">
            <a:noAutofit/>
          </a:bodyPr>
          <a:lstStyle>
            <a:lvl1pPr lvl="0" algn="ctr">
              <a:buNone/>
              <a:defRPr/>
            </a:lvl1pPr>
            <a:lvl2pPr lvl="1" algn="ctr">
              <a:buNone/>
              <a:defRPr/>
            </a:lvl2pPr>
            <a:lvl3pPr lvl="2" algn="ctr">
              <a:buNone/>
              <a:defRPr/>
            </a:lvl3pPr>
            <a:lvl4pPr lvl="3" algn="ctr">
              <a:buNone/>
              <a:defRPr/>
            </a:lvl4pPr>
            <a:lvl5pPr lvl="4" algn="ctr">
              <a:buNone/>
              <a:defRPr/>
            </a:lvl5pPr>
            <a:lvl6pPr lvl="5" algn="ctr">
              <a:buNone/>
              <a:defRPr/>
            </a:lvl6pPr>
            <a:lvl7pPr lvl="6" algn="ctr">
              <a:buNone/>
              <a:defRPr/>
            </a:lvl7pPr>
            <a:lvl8pPr lvl="7" algn="ctr">
              <a:buNone/>
              <a:defRPr/>
            </a:lvl8pPr>
            <a:lvl9pPr lvl="8" algn="ctr">
              <a:buNone/>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lank" type="blank">
  <p:cSld name="BLANK">
    <p:bg>
      <p:bgPr>
        <a:blipFill>
          <a:blip r:embed="rId2">
            <a:alphaModFix/>
          </a:blip>
          <a:stretch>
            <a:fillRect/>
          </a:stretch>
        </a:blipFill>
        <a:effectLst/>
      </p:bgPr>
    </p:bg>
    <p:spTree>
      <p:nvGrpSpPr>
        <p:cNvPr id="1" name="Shape 61"/>
        <p:cNvGrpSpPr/>
        <p:nvPr/>
      </p:nvGrpSpPr>
      <p:grpSpPr>
        <a:xfrm>
          <a:off x="0" y="0"/>
          <a:ext cx="0" cy="0"/>
          <a:chOff x="0" y="0"/>
          <a:chExt cx="0" cy="0"/>
        </a:xfrm>
      </p:grpSpPr>
      <p:sp>
        <p:nvSpPr>
          <p:cNvPr id="62" name="Google Shape;62;p10"/>
          <p:cNvSpPr txBox="1">
            <a:spLocks noGrp="1"/>
          </p:cNvSpPr>
          <p:nvPr>
            <p:ph type="sldNum" idx="12"/>
          </p:nvPr>
        </p:nvSpPr>
        <p:spPr>
          <a:xfrm>
            <a:off x="84043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lank complete pattern">
  <p:cSld name="BLANK_1">
    <p:bg>
      <p:bgPr>
        <a:blipFill>
          <a:blip r:embed="rId2">
            <a:alphaModFix/>
          </a:blip>
          <a:stretch>
            <a:fillRect/>
          </a:stretch>
        </a:blipFill>
        <a:effectLst/>
      </p:bgPr>
    </p:bg>
    <p:spTree>
      <p:nvGrpSpPr>
        <p:cNvPr id="1" name="Shape 63"/>
        <p:cNvGrpSpPr/>
        <p:nvPr/>
      </p:nvGrpSpPr>
      <p:grpSpPr>
        <a:xfrm>
          <a:off x="0" y="0"/>
          <a:ext cx="0" cy="0"/>
          <a:chOff x="0" y="0"/>
          <a:chExt cx="0" cy="0"/>
        </a:xfrm>
      </p:grpSpPr>
      <p:sp>
        <p:nvSpPr>
          <p:cNvPr id="64" name="Google Shape;64;p11"/>
          <p:cNvSpPr/>
          <p:nvPr/>
        </p:nvSpPr>
        <p:spPr>
          <a:xfrm>
            <a:off x="-26550" y="-14850"/>
            <a:ext cx="9197100" cy="5173200"/>
          </a:xfrm>
          <a:prstGeom prst="rect">
            <a:avLst/>
          </a:prstGeom>
          <a:solidFill>
            <a:srgbClr val="CFD8DC">
              <a:alpha val="49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11"/>
          <p:cNvSpPr txBox="1">
            <a:spLocks noGrp="1"/>
          </p:cNvSpPr>
          <p:nvPr>
            <p:ph type="sldNum" idx="12"/>
          </p:nvPr>
        </p:nvSpPr>
        <p:spPr>
          <a:xfrm>
            <a:off x="84043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_2">
  <p:cSld name="TITLE_2">
    <p:spTree>
      <p:nvGrpSpPr>
        <p:cNvPr id="1" name="Shape 66"/>
        <p:cNvGrpSpPr/>
        <p:nvPr/>
      </p:nvGrpSpPr>
      <p:grpSpPr>
        <a:xfrm>
          <a:off x="0" y="0"/>
          <a:ext cx="0" cy="0"/>
          <a:chOff x="0" y="0"/>
          <a:chExt cx="0" cy="0"/>
        </a:xfrm>
      </p:grpSpPr>
      <p:sp>
        <p:nvSpPr>
          <p:cNvPr id="67" name="Google Shape;67;p1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68" name="Google Shape;68;p1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Autofit/>
          </a:bodyPr>
          <a:lstStyle>
            <a:lvl1pPr lvl="0" algn="ctr">
              <a:lnSpc>
                <a:spcPct val="100000"/>
              </a:lnSpc>
              <a:spcBef>
                <a:spcPts val="60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69" name="Google Shape;6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
    <p:bg>
      <p:bgPr>
        <a:blipFill>
          <a:blip r:embed="rId13">
            <a:alphaModFix/>
          </a:blip>
          <a:stretch>
            <a:fillRect/>
          </a:stretch>
        </a:blip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86150" y="308120"/>
            <a:ext cx="7571700" cy="702600"/>
          </a:xfrm>
          <a:prstGeom prst="rect">
            <a:avLst/>
          </a:prstGeom>
          <a:noFill/>
          <a:ln>
            <a:noFill/>
          </a:ln>
        </p:spPr>
        <p:txBody>
          <a:bodyPr spcFirstLastPara="1" wrap="square" lIns="91425" tIns="91425" rIns="91425" bIns="91425" anchor="b" anchorCtr="0">
            <a:noAutofit/>
          </a:bodyPr>
          <a:lstStyle>
            <a:lvl1pPr lvl="0">
              <a:spcBef>
                <a:spcPts val="0"/>
              </a:spcBef>
              <a:spcAft>
                <a:spcPts val="0"/>
              </a:spcAft>
              <a:buClr>
                <a:schemeClr val="accent1"/>
              </a:buClr>
              <a:buSzPts val="2000"/>
              <a:buFont typeface="Roboto Slab"/>
              <a:buNone/>
              <a:defRPr sz="2000">
                <a:solidFill>
                  <a:schemeClr val="accent1"/>
                </a:solidFill>
                <a:latin typeface="Roboto Slab"/>
                <a:ea typeface="Roboto Slab"/>
                <a:cs typeface="Roboto Slab"/>
                <a:sym typeface="Roboto Slab"/>
              </a:defRPr>
            </a:lvl1pPr>
            <a:lvl2pPr lvl="1">
              <a:spcBef>
                <a:spcPts val="0"/>
              </a:spcBef>
              <a:spcAft>
                <a:spcPts val="0"/>
              </a:spcAft>
              <a:buClr>
                <a:schemeClr val="accent1"/>
              </a:buClr>
              <a:buSzPts val="2000"/>
              <a:buFont typeface="Roboto Slab"/>
              <a:buNone/>
              <a:defRPr sz="2000">
                <a:solidFill>
                  <a:schemeClr val="accent1"/>
                </a:solidFill>
                <a:latin typeface="Roboto Slab"/>
                <a:ea typeface="Roboto Slab"/>
                <a:cs typeface="Roboto Slab"/>
                <a:sym typeface="Roboto Slab"/>
              </a:defRPr>
            </a:lvl2pPr>
            <a:lvl3pPr lvl="2">
              <a:spcBef>
                <a:spcPts val="0"/>
              </a:spcBef>
              <a:spcAft>
                <a:spcPts val="0"/>
              </a:spcAft>
              <a:buClr>
                <a:schemeClr val="accent1"/>
              </a:buClr>
              <a:buSzPts val="2000"/>
              <a:buFont typeface="Roboto Slab"/>
              <a:buNone/>
              <a:defRPr sz="2000">
                <a:solidFill>
                  <a:schemeClr val="accent1"/>
                </a:solidFill>
                <a:latin typeface="Roboto Slab"/>
                <a:ea typeface="Roboto Slab"/>
                <a:cs typeface="Roboto Slab"/>
                <a:sym typeface="Roboto Slab"/>
              </a:defRPr>
            </a:lvl3pPr>
            <a:lvl4pPr lvl="3">
              <a:spcBef>
                <a:spcPts val="0"/>
              </a:spcBef>
              <a:spcAft>
                <a:spcPts val="0"/>
              </a:spcAft>
              <a:buClr>
                <a:schemeClr val="accent1"/>
              </a:buClr>
              <a:buSzPts val="2000"/>
              <a:buFont typeface="Roboto Slab"/>
              <a:buNone/>
              <a:defRPr sz="2000">
                <a:solidFill>
                  <a:schemeClr val="accent1"/>
                </a:solidFill>
                <a:latin typeface="Roboto Slab"/>
                <a:ea typeface="Roboto Slab"/>
                <a:cs typeface="Roboto Slab"/>
                <a:sym typeface="Roboto Slab"/>
              </a:defRPr>
            </a:lvl4pPr>
            <a:lvl5pPr lvl="4">
              <a:spcBef>
                <a:spcPts val="0"/>
              </a:spcBef>
              <a:spcAft>
                <a:spcPts val="0"/>
              </a:spcAft>
              <a:buClr>
                <a:schemeClr val="accent1"/>
              </a:buClr>
              <a:buSzPts val="2000"/>
              <a:buFont typeface="Roboto Slab"/>
              <a:buNone/>
              <a:defRPr sz="2000">
                <a:solidFill>
                  <a:schemeClr val="accent1"/>
                </a:solidFill>
                <a:latin typeface="Roboto Slab"/>
                <a:ea typeface="Roboto Slab"/>
                <a:cs typeface="Roboto Slab"/>
                <a:sym typeface="Roboto Slab"/>
              </a:defRPr>
            </a:lvl5pPr>
            <a:lvl6pPr lvl="5">
              <a:spcBef>
                <a:spcPts val="0"/>
              </a:spcBef>
              <a:spcAft>
                <a:spcPts val="0"/>
              </a:spcAft>
              <a:buClr>
                <a:schemeClr val="accent1"/>
              </a:buClr>
              <a:buSzPts val="2000"/>
              <a:buFont typeface="Roboto Slab"/>
              <a:buNone/>
              <a:defRPr sz="2000">
                <a:solidFill>
                  <a:schemeClr val="accent1"/>
                </a:solidFill>
                <a:latin typeface="Roboto Slab"/>
                <a:ea typeface="Roboto Slab"/>
                <a:cs typeface="Roboto Slab"/>
                <a:sym typeface="Roboto Slab"/>
              </a:defRPr>
            </a:lvl6pPr>
            <a:lvl7pPr lvl="6">
              <a:spcBef>
                <a:spcPts val="0"/>
              </a:spcBef>
              <a:spcAft>
                <a:spcPts val="0"/>
              </a:spcAft>
              <a:buClr>
                <a:schemeClr val="accent1"/>
              </a:buClr>
              <a:buSzPts val="2000"/>
              <a:buFont typeface="Roboto Slab"/>
              <a:buNone/>
              <a:defRPr sz="2000">
                <a:solidFill>
                  <a:schemeClr val="accent1"/>
                </a:solidFill>
                <a:latin typeface="Roboto Slab"/>
                <a:ea typeface="Roboto Slab"/>
                <a:cs typeface="Roboto Slab"/>
                <a:sym typeface="Roboto Slab"/>
              </a:defRPr>
            </a:lvl7pPr>
            <a:lvl8pPr lvl="7">
              <a:spcBef>
                <a:spcPts val="0"/>
              </a:spcBef>
              <a:spcAft>
                <a:spcPts val="0"/>
              </a:spcAft>
              <a:buClr>
                <a:schemeClr val="accent1"/>
              </a:buClr>
              <a:buSzPts val="2000"/>
              <a:buFont typeface="Roboto Slab"/>
              <a:buNone/>
              <a:defRPr sz="2000">
                <a:solidFill>
                  <a:schemeClr val="accent1"/>
                </a:solidFill>
                <a:latin typeface="Roboto Slab"/>
                <a:ea typeface="Roboto Slab"/>
                <a:cs typeface="Roboto Slab"/>
                <a:sym typeface="Roboto Slab"/>
              </a:defRPr>
            </a:lvl8pPr>
            <a:lvl9pPr lvl="8">
              <a:spcBef>
                <a:spcPts val="0"/>
              </a:spcBef>
              <a:spcAft>
                <a:spcPts val="0"/>
              </a:spcAft>
              <a:buClr>
                <a:schemeClr val="accent1"/>
              </a:buClr>
              <a:buSzPts val="2000"/>
              <a:buFont typeface="Roboto Slab"/>
              <a:buNone/>
              <a:defRPr sz="2000">
                <a:solidFill>
                  <a:schemeClr val="accent1"/>
                </a:solidFill>
                <a:latin typeface="Roboto Slab"/>
                <a:ea typeface="Roboto Slab"/>
                <a:cs typeface="Roboto Slab"/>
                <a:sym typeface="Roboto Slab"/>
              </a:defRPr>
            </a:lvl9pPr>
          </a:lstStyle>
          <a:p>
            <a:endParaRPr/>
          </a:p>
        </p:txBody>
      </p:sp>
      <p:sp>
        <p:nvSpPr>
          <p:cNvPr id="7" name="Google Shape;7;p1"/>
          <p:cNvSpPr txBox="1">
            <a:spLocks noGrp="1"/>
          </p:cNvSpPr>
          <p:nvPr>
            <p:ph type="body" idx="1"/>
          </p:nvPr>
        </p:nvSpPr>
        <p:spPr>
          <a:xfrm>
            <a:off x="786150" y="1261700"/>
            <a:ext cx="7571700" cy="3573600"/>
          </a:xfrm>
          <a:prstGeom prst="rect">
            <a:avLst/>
          </a:prstGeom>
          <a:noFill/>
          <a:ln>
            <a:noFill/>
          </a:ln>
        </p:spPr>
        <p:txBody>
          <a:bodyPr spcFirstLastPara="1" wrap="square" lIns="91425" tIns="91425" rIns="91425" bIns="91425" anchor="t" anchorCtr="0">
            <a:noAutofit/>
          </a:bodyPr>
          <a:lstStyle>
            <a:lvl1pPr marL="457200" lvl="0" indent="-419100">
              <a:spcBef>
                <a:spcPts val="600"/>
              </a:spcBef>
              <a:spcAft>
                <a:spcPts val="0"/>
              </a:spcAft>
              <a:buClr>
                <a:schemeClr val="accent4"/>
              </a:buClr>
              <a:buSzPts val="3000"/>
              <a:buFont typeface="Source Sans Pro"/>
              <a:buChar char="◎"/>
              <a:defRPr sz="3000">
                <a:solidFill>
                  <a:schemeClr val="dk1"/>
                </a:solidFill>
                <a:latin typeface="Source Sans Pro"/>
                <a:ea typeface="Source Sans Pro"/>
                <a:cs typeface="Source Sans Pro"/>
                <a:sym typeface="Source Sans Pro"/>
              </a:defRPr>
            </a:lvl1pPr>
            <a:lvl2pPr marL="914400" lvl="1" indent="-381000">
              <a:spcBef>
                <a:spcPts val="0"/>
              </a:spcBef>
              <a:spcAft>
                <a:spcPts val="0"/>
              </a:spcAft>
              <a:buClr>
                <a:schemeClr val="accent4"/>
              </a:buClr>
              <a:buSzPts val="2400"/>
              <a:buFont typeface="Source Sans Pro"/>
              <a:buChar char="○"/>
              <a:defRPr sz="2400">
                <a:solidFill>
                  <a:schemeClr val="dk1"/>
                </a:solidFill>
                <a:latin typeface="Source Sans Pro"/>
                <a:ea typeface="Source Sans Pro"/>
                <a:cs typeface="Source Sans Pro"/>
                <a:sym typeface="Source Sans Pro"/>
              </a:defRPr>
            </a:lvl2pPr>
            <a:lvl3pPr marL="1371600" lvl="2" indent="-381000">
              <a:spcBef>
                <a:spcPts val="0"/>
              </a:spcBef>
              <a:spcAft>
                <a:spcPts val="0"/>
              </a:spcAft>
              <a:buClr>
                <a:schemeClr val="accent4"/>
              </a:buClr>
              <a:buSzPts val="2400"/>
              <a:buFont typeface="Source Sans Pro"/>
              <a:buChar char="◉"/>
              <a:defRPr sz="2400">
                <a:solidFill>
                  <a:schemeClr val="dk1"/>
                </a:solidFill>
                <a:latin typeface="Source Sans Pro"/>
                <a:ea typeface="Source Sans Pro"/>
                <a:cs typeface="Source Sans Pro"/>
                <a:sym typeface="Source Sans Pro"/>
              </a:defRPr>
            </a:lvl3pPr>
            <a:lvl4pPr marL="1828800" lvl="3" indent="-342900">
              <a:spcBef>
                <a:spcPts val="0"/>
              </a:spcBef>
              <a:spcAft>
                <a:spcPts val="0"/>
              </a:spcAft>
              <a:buClr>
                <a:schemeClr val="dk1"/>
              </a:buClr>
              <a:buSzPts val="1800"/>
              <a:buFont typeface="Source Sans Pro"/>
              <a:buChar char="●"/>
              <a:defRPr sz="1800">
                <a:solidFill>
                  <a:schemeClr val="dk1"/>
                </a:solidFill>
                <a:latin typeface="Source Sans Pro"/>
                <a:ea typeface="Source Sans Pro"/>
                <a:cs typeface="Source Sans Pro"/>
                <a:sym typeface="Source Sans Pro"/>
              </a:defRPr>
            </a:lvl4pPr>
            <a:lvl5pPr marL="2286000" lvl="4" indent="-342900">
              <a:spcBef>
                <a:spcPts val="0"/>
              </a:spcBef>
              <a:spcAft>
                <a:spcPts val="0"/>
              </a:spcAft>
              <a:buClr>
                <a:schemeClr val="dk1"/>
              </a:buClr>
              <a:buSzPts val="1800"/>
              <a:buFont typeface="Source Sans Pro"/>
              <a:buChar char="○"/>
              <a:defRPr sz="1800">
                <a:solidFill>
                  <a:schemeClr val="dk1"/>
                </a:solidFill>
                <a:latin typeface="Source Sans Pro"/>
                <a:ea typeface="Source Sans Pro"/>
                <a:cs typeface="Source Sans Pro"/>
                <a:sym typeface="Source Sans Pro"/>
              </a:defRPr>
            </a:lvl5pPr>
            <a:lvl6pPr marL="2743200" lvl="5" indent="-342900">
              <a:spcBef>
                <a:spcPts val="0"/>
              </a:spcBef>
              <a:spcAft>
                <a:spcPts val="0"/>
              </a:spcAft>
              <a:buClr>
                <a:schemeClr val="dk1"/>
              </a:buClr>
              <a:buSzPts val="1800"/>
              <a:buFont typeface="Source Sans Pro"/>
              <a:buChar char="■"/>
              <a:defRPr sz="1800">
                <a:solidFill>
                  <a:schemeClr val="dk1"/>
                </a:solidFill>
                <a:latin typeface="Source Sans Pro"/>
                <a:ea typeface="Source Sans Pro"/>
                <a:cs typeface="Source Sans Pro"/>
                <a:sym typeface="Source Sans Pro"/>
              </a:defRPr>
            </a:lvl6pPr>
            <a:lvl7pPr marL="3200400" lvl="6" indent="-342900">
              <a:spcBef>
                <a:spcPts val="0"/>
              </a:spcBef>
              <a:spcAft>
                <a:spcPts val="0"/>
              </a:spcAft>
              <a:buClr>
                <a:schemeClr val="dk1"/>
              </a:buClr>
              <a:buSzPts val="1800"/>
              <a:buFont typeface="Source Sans Pro"/>
              <a:buChar char="●"/>
              <a:defRPr sz="1800">
                <a:solidFill>
                  <a:schemeClr val="dk1"/>
                </a:solidFill>
                <a:latin typeface="Source Sans Pro"/>
                <a:ea typeface="Source Sans Pro"/>
                <a:cs typeface="Source Sans Pro"/>
                <a:sym typeface="Source Sans Pro"/>
              </a:defRPr>
            </a:lvl7pPr>
            <a:lvl8pPr marL="3657600" lvl="7" indent="-342900">
              <a:spcBef>
                <a:spcPts val="0"/>
              </a:spcBef>
              <a:spcAft>
                <a:spcPts val="0"/>
              </a:spcAft>
              <a:buClr>
                <a:schemeClr val="dk1"/>
              </a:buClr>
              <a:buSzPts val="1800"/>
              <a:buFont typeface="Source Sans Pro"/>
              <a:buChar char="○"/>
              <a:defRPr sz="1800">
                <a:solidFill>
                  <a:schemeClr val="dk1"/>
                </a:solidFill>
                <a:latin typeface="Source Sans Pro"/>
                <a:ea typeface="Source Sans Pro"/>
                <a:cs typeface="Source Sans Pro"/>
                <a:sym typeface="Source Sans Pro"/>
              </a:defRPr>
            </a:lvl8pPr>
            <a:lvl9pPr marL="4114800" lvl="8" indent="-342900">
              <a:spcBef>
                <a:spcPts val="0"/>
              </a:spcBef>
              <a:spcAft>
                <a:spcPts val="0"/>
              </a:spcAft>
              <a:buClr>
                <a:schemeClr val="dk1"/>
              </a:buClr>
              <a:buSzPts val="1800"/>
              <a:buFont typeface="Source Sans Pro"/>
              <a:buChar char="■"/>
              <a:defRPr sz="1800">
                <a:solidFill>
                  <a:schemeClr val="dk1"/>
                </a:solidFill>
                <a:latin typeface="Source Sans Pro"/>
                <a:ea typeface="Source Sans Pro"/>
                <a:cs typeface="Source Sans Pro"/>
                <a:sym typeface="Source Sans Pro"/>
              </a:defRPr>
            </a:lvl9pPr>
          </a:lstStyle>
          <a:p>
            <a:endParaRPr/>
          </a:p>
        </p:txBody>
      </p:sp>
      <p:sp>
        <p:nvSpPr>
          <p:cNvPr id="8" name="Google Shape;8;p1"/>
          <p:cNvSpPr txBox="1">
            <a:spLocks noGrp="1"/>
          </p:cNvSpPr>
          <p:nvPr>
            <p:ph type="sldNum" idx="12"/>
          </p:nvPr>
        </p:nvSpPr>
        <p:spPr>
          <a:xfrm>
            <a:off x="8404384" y="4749851"/>
            <a:ext cx="548700" cy="393600"/>
          </a:xfrm>
          <a:prstGeom prst="rect">
            <a:avLst/>
          </a:prstGeom>
          <a:noFill/>
          <a:ln>
            <a:noFill/>
          </a:ln>
        </p:spPr>
        <p:txBody>
          <a:bodyPr spcFirstLastPara="1" wrap="square" lIns="91425" tIns="91425" rIns="91425" bIns="91425" anchor="t" anchorCtr="0">
            <a:noAutofit/>
          </a:bodyPr>
          <a:lstStyle>
            <a:lvl1pPr lvl="0" algn="r">
              <a:buNone/>
              <a:defRPr sz="1300" b="1">
                <a:solidFill>
                  <a:schemeClr val="accent1"/>
                </a:solidFill>
                <a:latin typeface="Source Sans Pro"/>
                <a:ea typeface="Source Sans Pro"/>
                <a:cs typeface="Source Sans Pro"/>
                <a:sym typeface="Source Sans Pro"/>
              </a:defRPr>
            </a:lvl1pPr>
            <a:lvl2pPr lvl="1" algn="r">
              <a:buNone/>
              <a:defRPr sz="1300" b="1">
                <a:solidFill>
                  <a:schemeClr val="accent1"/>
                </a:solidFill>
                <a:latin typeface="Source Sans Pro"/>
                <a:ea typeface="Source Sans Pro"/>
                <a:cs typeface="Source Sans Pro"/>
                <a:sym typeface="Source Sans Pro"/>
              </a:defRPr>
            </a:lvl2pPr>
            <a:lvl3pPr lvl="2" algn="r">
              <a:buNone/>
              <a:defRPr sz="1300" b="1">
                <a:solidFill>
                  <a:schemeClr val="accent1"/>
                </a:solidFill>
                <a:latin typeface="Source Sans Pro"/>
                <a:ea typeface="Source Sans Pro"/>
                <a:cs typeface="Source Sans Pro"/>
                <a:sym typeface="Source Sans Pro"/>
              </a:defRPr>
            </a:lvl3pPr>
            <a:lvl4pPr lvl="3" algn="r">
              <a:buNone/>
              <a:defRPr sz="1300" b="1">
                <a:solidFill>
                  <a:schemeClr val="accent1"/>
                </a:solidFill>
                <a:latin typeface="Source Sans Pro"/>
                <a:ea typeface="Source Sans Pro"/>
                <a:cs typeface="Source Sans Pro"/>
                <a:sym typeface="Source Sans Pro"/>
              </a:defRPr>
            </a:lvl4pPr>
            <a:lvl5pPr lvl="4" algn="r">
              <a:buNone/>
              <a:defRPr sz="1300" b="1">
                <a:solidFill>
                  <a:schemeClr val="accent1"/>
                </a:solidFill>
                <a:latin typeface="Source Sans Pro"/>
                <a:ea typeface="Source Sans Pro"/>
                <a:cs typeface="Source Sans Pro"/>
                <a:sym typeface="Source Sans Pro"/>
              </a:defRPr>
            </a:lvl5pPr>
            <a:lvl6pPr lvl="5" algn="r">
              <a:buNone/>
              <a:defRPr sz="1300" b="1">
                <a:solidFill>
                  <a:schemeClr val="accent1"/>
                </a:solidFill>
                <a:latin typeface="Source Sans Pro"/>
                <a:ea typeface="Source Sans Pro"/>
                <a:cs typeface="Source Sans Pro"/>
                <a:sym typeface="Source Sans Pro"/>
              </a:defRPr>
            </a:lvl6pPr>
            <a:lvl7pPr lvl="6" algn="r">
              <a:buNone/>
              <a:defRPr sz="1300" b="1">
                <a:solidFill>
                  <a:schemeClr val="accent1"/>
                </a:solidFill>
                <a:latin typeface="Source Sans Pro"/>
                <a:ea typeface="Source Sans Pro"/>
                <a:cs typeface="Source Sans Pro"/>
                <a:sym typeface="Source Sans Pro"/>
              </a:defRPr>
            </a:lvl7pPr>
            <a:lvl8pPr lvl="7" algn="r">
              <a:buNone/>
              <a:defRPr sz="1300" b="1">
                <a:solidFill>
                  <a:schemeClr val="accent1"/>
                </a:solidFill>
                <a:latin typeface="Source Sans Pro"/>
                <a:ea typeface="Source Sans Pro"/>
                <a:cs typeface="Source Sans Pro"/>
                <a:sym typeface="Source Sans Pro"/>
              </a:defRPr>
            </a:lvl8pPr>
            <a:lvl9pPr lvl="8" algn="r">
              <a:buNone/>
              <a:defRPr sz="1300" b="1">
                <a:solidFill>
                  <a:schemeClr val="accent1"/>
                </a:solidFill>
                <a:latin typeface="Source Sans Pro"/>
                <a:ea typeface="Source Sans Pro"/>
                <a:cs typeface="Source Sans Pro"/>
                <a:sym typeface="Source Sans Pro"/>
              </a:defRPr>
            </a:lvl9pPr>
          </a:lstStyle>
          <a:p>
            <a:pPr marL="0" lvl="0" indent="0" algn="r" rtl="0">
              <a:spcBef>
                <a:spcPts val="0"/>
              </a:spcBef>
              <a:spcAft>
                <a:spcPts val="0"/>
              </a:spcAft>
              <a:buNone/>
            </a:pPr>
            <a:fld id="{00000000-1234-1234-1234-123412341234}" type="slidenum">
              <a:rPr lang="en"/>
              <a:t>‹#›</a:t>
            </a:fld>
            <a:endParaRPr>
              <a:latin typeface="Roboto Slab"/>
              <a:ea typeface="Roboto Slab"/>
              <a:cs typeface="Roboto Slab"/>
              <a:sym typeface="Roboto Slab"/>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transition>
    <p:fade thruBlk="1"/>
  </p:transition>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3"/>
        <p:cNvGrpSpPr/>
        <p:nvPr/>
      </p:nvGrpSpPr>
      <p:grpSpPr>
        <a:xfrm>
          <a:off x="0" y="0"/>
          <a:ext cx="0" cy="0"/>
          <a:chOff x="0" y="0"/>
          <a:chExt cx="0" cy="0"/>
        </a:xfrm>
      </p:grpSpPr>
      <p:sp>
        <p:nvSpPr>
          <p:cNvPr id="74" name="Google Shape;74;p13"/>
          <p:cNvSpPr txBox="1"/>
          <p:nvPr/>
        </p:nvSpPr>
        <p:spPr>
          <a:xfrm>
            <a:off x="322275" y="81550"/>
            <a:ext cx="8522700" cy="592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3000">
              <a:solidFill>
                <a:schemeClr val="dk1"/>
              </a:solidFill>
              <a:latin typeface="Source Sans Pro"/>
              <a:ea typeface="Source Sans Pro"/>
              <a:cs typeface="Source Sans Pro"/>
              <a:sym typeface="Source Sans Pro"/>
            </a:endParaRPr>
          </a:p>
        </p:txBody>
      </p:sp>
      <p:sp>
        <p:nvSpPr>
          <p:cNvPr id="75" name="Google Shape;75;p13"/>
          <p:cNvSpPr txBox="1"/>
          <p:nvPr/>
        </p:nvSpPr>
        <p:spPr>
          <a:xfrm>
            <a:off x="1531675" y="460613"/>
            <a:ext cx="7069200" cy="650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3200" dirty="0">
                <a:solidFill>
                  <a:schemeClr val="accent1"/>
                </a:solidFill>
                <a:latin typeface="Roboto Slab"/>
                <a:ea typeface="Roboto Slab"/>
                <a:cs typeface="Roboto Slab"/>
                <a:sym typeface="Roboto Slab"/>
              </a:rPr>
              <a:t>VNR DESIGN-A-THON 2026</a:t>
            </a:r>
            <a:endParaRPr sz="3200" dirty="0">
              <a:solidFill>
                <a:schemeClr val="accent1"/>
              </a:solidFill>
              <a:latin typeface="Roboto Slab"/>
              <a:ea typeface="Roboto Slab"/>
              <a:cs typeface="Roboto Slab"/>
              <a:sym typeface="Roboto Slab"/>
            </a:endParaRPr>
          </a:p>
          <a:p>
            <a:pPr marL="0" lvl="0" indent="0" algn="ctr" rtl="0">
              <a:spcBef>
                <a:spcPts val="0"/>
              </a:spcBef>
              <a:spcAft>
                <a:spcPts val="0"/>
              </a:spcAft>
              <a:buNone/>
            </a:pPr>
            <a:endParaRPr sz="3200" dirty="0">
              <a:solidFill>
                <a:schemeClr val="accent1"/>
              </a:solidFill>
              <a:latin typeface="Roboto Slab"/>
              <a:ea typeface="Roboto Slab"/>
              <a:cs typeface="Roboto Slab"/>
              <a:sym typeface="Roboto Slab"/>
            </a:endParaRPr>
          </a:p>
        </p:txBody>
      </p:sp>
      <p:sp>
        <p:nvSpPr>
          <p:cNvPr id="76" name="Google Shape;76;p13"/>
          <p:cNvSpPr txBox="1"/>
          <p:nvPr/>
        </p:nvSpPr>
        <p:spPr>
          <a:xfrm>
            <a:off x="1852750" y="1342275"/>
            <a:ext cx="6063000" cy="650700"/>
          </a:xfrm>
          <a:prstGeom prst="rect">
            <a:avLst/>
          </a:prstGeom>
          <a:noFill/>
          <a:ln>
            <a:noFill/>
          </a:ln>
        </p:spPr>
        <p:txBody>
          <a:bodyPr spcFirstLastPara="1" wrap="square" lIns="91425" tIns="91425" rIns="91425" bIns="91425" anchor="t" anchorCtr="0">
            <a:noAutofit/>
          </a:bodyPr>
          <a:lstStyle/>
          <a:p>
            <a:pPr lvl="0" algn="ctr"/>
            <a:r>
              <a:rPr lang="en" sz="2000" dirty="0">
                <a:solidFill>
                  <a:schemeClr val="accent1"/>
                </a:solidFill>
                <a:latin typeface="Roboto Slab"/>
                <a:ea typeface="Roboto Slab"/>
                <a:cs typeface="Roboto Slab"/>
                <a:sym typeface="Roboto Slab"/>
              </a:rPr>
              <a:t>[</a:t>
            </a:r>
            <a:r>
              <a:rPr lang="en-IN" sz="2000" dirty="0">
                <a:solidFill>
                  <a:schemeClr val="accent1"/>
                </a:solidFill>
                <a:latin typeface="Roboto Slab"/>
                <a:ea typeface="Roboto Slab"/>
                <a:cs typeface="Roboto Slab"/>
                <a:sym typeface="Roboto Slab"/>
              </a:rPr>
              <a:t>Gender-Neutral Skill Assessment Engine</a:t>
            </a:r>
            <a:r>
              <a:rPr lang="en" sz="2000" dirty="0">
                <a:solidFill>
                  <a:schemeClr val="accent1"/>
                </a:solidFill>
                <a:latin typeface="Roboto Slab"/>
                <a:ea typeface="Roboto Slab"/>
                <a:cs typeface="Roboto Slab"/>
                <a:sym typeface="Roboto Slab"/>
              </a:rPr>
              <a:t>]</a:t>
            </a:r>
            <a:endParaRPr sz="2000" dirty="0">
              <a:solidFill>
                <a:schemeClr val="accent1"/>
              </a:solidFill>
              <a:latin typeface="Roboto Slab"/>
              <a:ea typeface="Roboto Slab"/>
              <a:cs typeface="Roboto Slab"/>
              <a:sym typeface="Roboto Slab"/>
            </a:endParaRPr>
          </a:p>
        </p:txBody>
      </p:sp>
      <p:sp>
        <p:nvSpPr>
          <p:cNvPr id="77" name="Google Shape;77;p13"/>
          <p:cNvSpPr txBox="1"/>
          <p:nvPr/>
        </p:nvSpPr>
        <p:spPr>
          <a:xfrm>
            <a:off x="916050" y="2297775"/>
            <a:ext cx="7311900" cy="503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000" dirty="0">
                <a:solidFill>
                  <a:schemeClr val="accent1"/>
                </a:solidFill>
                <a:latin typeface="Roboto Slab"/>
                <a:ea typeface="Roboto Slab"/>
                <a:cs typeface="Roboto Slab"/>
                <a:sym typeface="Roboto Slab"/>
              </a:rPr>
              <a:t>Team Name : [Vision Vortex]</a:t>
            </a:r>
            <a:endParaRPr sz="2000" dirty="0">
              <a:solidFill>
                <a:schemeClr val="accent1"/>
              </a:solidFill>
              <a:latin typeface="Roboto Slab"/>
              <a:ea typeface="Roboto Slab"/>
              <a:cs typeface="Roboto Slab"/>
              <a:sym typeface="Roboto Slab"/>
            </a:endParaRPr>
          </a:p>
        </p:txBody>
      </p:sp>
      <p:sp>
        <p:nvSpPr>
          <p:cNvPr id="78" name="Google Shape;78;p13"/>
          <p:cNvSpPr txBox="1">
            <a:spLocks noGrp="1"/>
          </p:cNvSpPr>
          <p:nvPr>
            <p:ph type="body" idx="4294967295"/>
          </p:nvPr>
        </p:nvSpPr>
        <p:spPr>
          <a:xfrm>
            <a:off x="916050" y="2644850"/>
            <a:ext cx="7571700" cy="15459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sz="2000" dirty="0">
                <a:solidFill>
                  <a:schemeClr val="accent1"/>
                </a:solidFill>
                <a:latin typeface="Roboto Slab"/>
                <a:ea typeface="Roboto Slab"/>
                <a:cs typeface="Roboto Slab"/>
                <a:sym typeface="Roboto Slab"/>
              </a:rPr>
              <a:t>Team Members :</a:t>
            </a:r>
            <a:endParaRPr sz="2000" dirty="0">
              <a:solidFill>
                <a:schemeClr val="accent1"/>
              </a:solidFill>
              <a:latin typeface="Roboto Slab"/>
              <a:ea typeface="Roboto Slab"/>
              <a:cs typeface="Roboto Slab"/>
              <a:sym typeface="Roboto Slab"/>
            </a:endParaRPr>
          </a:p>
          <a:p>
            <a:pPr marL="457200" lvl="0" indent="-355600" algn="l" rtl="0">
              <a:spcBef>
                <a:spcPts val="0"/>
              </a:spcBef>
              <a:spcAft>
                <a:spcPts val="0"/>
              </a:spcAft>
              <a:buClr>
                <a:schemeClr val="accent1"/>
              </a:buClr>
              <a:buSzPts val="2000"/>
              <a:buFont typeface="Roboto Slab"/>
              <a:buChar char="◎"/>
            </a:pPr>
            <a:r>
              <a:rPr lang="en" sz="2000" dirty="0">
                <a:solidFill>
                  <a:schemeClr val="accent1"/>
                </a:solidFill>
                <a:latin typeface="Roboto Slab"/>
                <a:ea typeface="Roboto Slab"/>
                <a:cs typeface="Roboto Slab"/>
                <a:sym typeface="Roboto Slab"/>
              </a:rPr>
              <a:t>P Hemanth Kumar</a:t>
            </a:r>
          </a:p>
          <a:p>
            <a:pPr marL="457200" lvl="0" indent="-355600" algn="l" rtl="0">
              <a:spcBef>
                <a:spcPts val="0"/>
              </a:spcBef>
              <a:spcAft>
                <a:spcPts val="0"/>
              </a:spcAft>
              <a:buClr>
                <a:schemeClr val="accent1"/>
              </a:buClr>
              <a:buSzPts val="2000"/>
              <a:buFont typeface="Roboto Slab"/>
              <a:buChar char="◎"/>
            </a:pPr>
            <a:r>
              <a:rPr lang="en-IN" sz="2000" dirty="0">
                <a:solidFill>
                  <a:schemeClr val="accent1"/>
                </a:solidFill>
                <a:latin typeface="Roboto Slab"/>
                <a:ea typeface="Roboto Slab"/>
                <a:cs typeface="Roboto Slab"/>
                <a:sym typeface="Roboto Slab"/>
              </a:rPr>
              <a:t>Manjunath Karthikeyan</a:t>
            </a:r>
            <a:endParaRPr sz="2000" dirty="0">
              <a:solidFill>
                <a:schemeClr val="accent1"/>
              </a:solidFill>
              <a:latin typeface="Roboto Slab"/>
              <a:ea typeface="Roboto Slab"/>
              <a:cs typeface="Roboto Slab"/>
              <a:sym typeface="Roboto Slab"/>
            </a:endParaRPr>
          </a:p>
          <a:p>
            <a:pPr marL="457200" lvl="0" indent="-355600" algn="l" rtl="0">
              <a:spcBef>
                <a:spcPts val="0"/>
              </a:spcBef>
              <a:spcAft>
                <a:spcPts val="0"/>
              </a:spcAft>
              <a:buClr>
                <a:schemeClr val="accent1"/>
              </a:buClr>
              <a:buSzPts val="2000"/>
              <a:buFont typeface="Roboto Slab"/>
              <a:buChar char="◎"/>
            </a:pPr>
            <a:r>
              <a:rPr lang="en-IN" sz="2000" dirty="0">
                <a:solidFill>
                  <a:schemeClr val="accent1"/>
                </a:solidFill>
                <a:latin typeface="Roboto Slab"/>
                <a:ea typeface="Roboto Slab"/>
                <a:cs typeface="Roboto Slab"/>
                <a:sym typeface="Roboto Slab"/>
              </a:rPr>
              <a:t>Mohammad Sameer</a:t>
            </a:r>
          </a:p>
          <a:p>
            <a:pPr marL="457200" lvl="0" indent="-355600" algn="l" rtl="0">
              <a:spcBef>
                <a:spcPts val="0"/>
              </a:spcBef>
              <a:spcAft>
                <a:spcPts val="0"/>
              </a:spcAft>
              <a:buClr>
                <a:schemeClr val="accent1"/>
              </a:buClr>
              <a:buSzPts val="2000"/>
              <a:buFont typeface="Roboto Slab"/>
              <a:buChar char="◎"/>
            </a:pPr>
            <a:endParaRPr sz="2000" dirty="0">
              <a:solidFill>
                <a:schemeClr val="accent1"/>
              </a:solidFill>
              <a:latin typeface="Roboto Slab"/>
              <a:ea typeface="Roboto Slab"/>
              <a:cs typeface="Roboto Slab"/>
              <a:sym typeface="Roboto Slab"/>
            </a:endParaRPr>
          </a:p>
          <a:p>
            <a:pPr marL="457200" lvl="0" indent="0" algn="l" rtl="0">
              <a:spcBef>
                <a:spcPts val="600"/>
              </a:spcBef>
              <a:spcAft>
                <a:spcPts val="0"/>
              </a:spcAft>
              <a:buNone/>
            </a:pPr>
            <a:endParaRPr sz="2000" dirty="0">
              <a:solidFill>
                <a:schemeClr val="accent1"/>
              </a:solidFill>
              <a:latin typeface="Roboto Slab"/>
              <a:ea typeface="Roboto Slab"/>
              <a:cs typeface="Roboto Slab"/>
              <a:sym typeface="Roboto Slab"/>
            </a:endParaRPr>
          </a:p>
        </p:txBody>
      </p:sp>
      <p:pic>
        <p:nvPicPr>
          <p:cNvPr id="79" name="Google Shape;79;p13"/>
          <p:cNvPicPr preferRelativeResize="0"/>
          <p:nvPr/>
        </p:nvPicPr>
        <p:blipFill rotWithShape="1">
          <a:blip r:embed="rId3">
            <a:alphaModFix/>
          </a:blip>
          <a:srcRect t="20021" b="27082"/>
          <a:stretch/>
        </p:blipFill>
        <p:spPr>
          <a:xfrm>
            <a:off x="916050" y="273089"/>
            <a:ext cx="1090826" cy="1025777"/>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4"/>
          <p:cNvSpPr txBox="1">
            <a:spLocks noGrp="1"/>
          </p:cNvSpPr>
          <p:nvPr>
            <p:ph type="title"/>
          </p:nvPr>
        </p:nvSpPr>
        <p:spPr>
          <a:xfrm>
            <a:off x="595650" y="335320"/>
            <a:ext cx="7571700" cy="702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Agenda</a:t>
            </a:r>
            <a:endParaRPr/>
          </a:p>
        </p:txBody>
      </p:sp>
      <p:sp>
        <p:nvSpPr>
          <p:cNvPr id="85" name="Google Shape;85;p14"/>
          <p:cNvSpPr txBox="1">
            <a:spLocks noGrp="1"/>
          </p:cNvSpPr>
          <p:nvPr>
            <p:ph type="body" idx="1"/>
          </p:nvPr>
        </p:nvSpPr>
        <p:spPr>
          <a:xfrm>
            <a:off x="786150" y="1261700"/>
            <a:ext cx="7571700" cy="3573600"/>
          </a:xfrm>
          <a:prstGeom prst="rect">
            <a:avLst/>
          </a:prstGeom>
        </p:spPr>
        <p:txBody>
          <a:bodyPr spcFirstLastPara="1" wrap="square" lIns="91425" tIns="91425" rIns="91425" bIns="91425" anchor="t" anchorCtr="0">
            <a:noAutofit/>
          </a:bodyPr>
          <a:lstStyle/>
          <a:p>
            <a:pPr marL="457200" marR="0" lvl="0" indent="-330200" algn="l" rtl="0">
              <a:lnSpc>
                <a:spcPct val="100000"/>
              </a:lnSpc>
              <a:spcBef>
                <a:spcPts val="600"/>
              </a:spcBef>
              <a:spcAft>
                <a:spcPts val="0"/>
              </a:spcAft>
              <a:buClr>
                <a:schemeClr val="dk1"/>
              </a:buClr>
              <a:buSzPts val="1600"/>
              <a:buChar char="◎"/>
            </a:pPr>
            <a:r>
              <a:rPr lang="en" sz="2000"/>
              <a:t>Abstract</a:t>
            </a:r>
            <a:endParaRPr sz="2000"/>
          </a:p>
          <a:p>
            <a:pPr marL="457200" marR="0" lvl="0" indent="-330200" algn="l" rtl="0">
              <a:lnSpc>
                <a:spcPct val="100000"/>
              </a:lnSpc>
              <a:spcBef>
                <a:spcPts val="0"/>
              </a:spcBef>
              <a:spcAft>
                <a:spcPts val="0"/>
              </a:spcAft>
              <a:buClr>
                <a:schemeClr val="dk1"/>
              </a:buClr>
              <a:buSzPts val="1600"/>
              <a:buChar char="◎"/>
            </a:pPr>
            <a:r>
              <a:rPr lang="en" sz="2000"/>
              <a:t>Introduction</a:t>
            </a:r>
            <a:endParaRPr sz="2000"/>
          </a:p>
          <a:p>
            <a:pPr marL="457200" marR="0" lvl="0" indent="-330200" algn="l" rtl="0">
              <a:lnSpc>
                <a:spcPct val="100000"/>
              </a:lnSpc>
              <a:spcBef>
                <a:spcPts val="0"/>
              </a:spcBef>
              <a:spcAft>
                <a:spcPts val="0"/>
              </a:spcAft>
              <a:buClr>
                <a:schemeClr val="dk1"/>
              </a:buClr>
              <a:buSzPts val="1600"/>
              <a:buChar char="◎"/>
            </a:pPr>
            <a:r>
              <a:rPr lang="en" sz="2000"/>
              <a:t>Problem statement</a:t>
            </a:r>
            <a:endParaRPr sz="2000"/>
          </a:p>
          <a:p>
            <a:pPr marL="457200" marR="0" lvl="0" indent="-330200" algn="l" rtl="0">
              <a:lnSpc>
                <a:spcPct val="100000"/>
              </a:lnSpc>
              <a:spcBef>
                <a:spcPts val="0"/>
              </a:spcBef>
              <a:spcAft>
                <a:spcPts val="0"/>
              </a:spcAft>
              <a:buClr>
                <a:schemeClr val="dk1"/>
              </a:buClr>
              <a:buSzPts val="1600"/>
              <a:buChar char="◎"/>
            </a:pPr>
            <a:r>
              <a:rPr lang="en" sz="2000"/>
              <a:t>Technical details</a:t>
            </a:r>
            <a:endParaRPr sz="2000"/>
          </a:p>
          <a:p>
            <a:pPr marL="457200" marR="0" lvl="0" indent="-330200" algn="l" rtl="0">
              <a:lnSpc>
                <a:spcPct val="100000"/>
              </a:lnSpc>
              <a:spcBef>
                <a:spcPts val="0"/>
              </a:spcBef>
              <a:spcAft>
                <a:spcPts val="0"/>
              </a:spcAft>
              <a:buClr>
                <a:schemeClr val="dk1"/>
              </a:buClr>
              <a:buSzPts val="1600"/>
              <a:buChar char="◎"/>
            </a:pPr>
            <a:r>
              <a:rPr lang="en" sz="2000"/>
              <a:t>System Design</a:t>
            </a:r>
            <a:endParaRPr sz="2000"/>
          </a:p>
          <a:p>
            <a:pPr marL="457200" marR="0" lvl="0" indent="-330200" algn="l" rtl="0">
              <a:lnSpc>
                <a:spcPct val="100000"/>
              </a:lnSpc>
              <a:spcBef>
                <a:spcPts val="0"/>
              </a:spcBef>
              <a:spcAft>
                <a:spcPts val="0"/>
              </a:spcAft>
              <a:buClr>
                <a:schemeClr val="dk1"/>
              </a:buClr>
              <a:buSzPts val="1600"/>
              <a:buChar char="◎"/>
            </a:pPr>
            <a:r>
              <a:rPr lang="en" sz="2000"/>
              <a:t>Conclusion</a:t>
            </a:r>
            <a:endParaRPr sz="2000"/>
          </a:p>
          <a:p>
            <a:pPr marL="457200" marR="0" lvl="0" indent="-330200" algn="l" rtl="0">
              <a:lnSpc>
                <a:spcPct val="100000"/>
              </a:lnSpc>
              <a:spcBef>
                <a:spcPts val="0"/>
              </a:spcBef>
              <a:spcAft>
                <a:spcPts val="0"/>
              </a:spcAft>
              <a:buClr>
                <a:schemeClr val="dk1"/>
              </a:buClr>
              <a:buSzPts val="1600"/>
              <a:buChar char="◎"/>
            </a:pPr>
            <a:r>
              <a:rPr lang="en" sz="2000"/>
              <a:t>References</a:t>
            </a:r>
            <a:endParaRPr sz="2000"/>
          </a:p>
          <a:p>
            <a:pPr marL="0" marR="0" lvl="0" indent="0" algn="l" rtl="0">
              <a:lnSpc>
                <a:spcPct val="100000"/>
              </a:lnSpc>
              <a:spcBef>
                <a:spcPts val="600"/>
              </a:spcBef>
              <a:spcAft>
                <a:spcPts val="0"/>
              </a:spcAft>
              <a:buNone/>
            </a:pPr>
            <a:endParaRPr sz="2000">
              <a:solidFill>
                <a:schemeClr val="accent1"/>
              </a:solidFill>
              <a:latin typeface="Roboto Slab"/>
              <a:ea typeface="Roboto Slab"/>
              <a:cs typeface="Roboto Slab"/>
              <a:sym typeface="Roboto Slab"/>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p15"/>
          <p:cNvSpPr txBox="1">
            <a:spLocks noGrp="1"/>
          </p:cNvSpPr>
          <p:nvPr>
            <p:ph type="title"/>
          </p:nvPr>
        </p:nvSpPr>
        <p:spPr>
          <a:xfrm>
            <a:off x="786150" y="308120"/>
            <a:ext cx="7571700" cy="702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Abstract</a:t>
            </a:r>
            <a:endParaRPr dirty="0"/>
          </a:p>
        </p:txBody>
      </p:sp>
      <p:sp>
        <p:nvSpPr>
          <p:cNvPr id="91" name="Google Shape;91;p15"/>
          <p:cNvSpPr txBox="1">
            <a:spLocks noGrp="1"/>
          </p:cNvSpPr>
          <p:nvPr>
            <p:ph type="body" idx="1"/>
          </p:nvPr>
        </p:nvSpPr>
        <p:spPr>
          <a:xfrm>
            <a:off x="960962" y="1113783"/>
            <a:ext cx="6858503" cy="3573600"/>
          </a:xfrm>
          <a:prstGeom prst="rect">
            <a:avLst/>
          </a:prstGeom>
        </p:spPr>
        <p:txBody>
          <a:bodyPr spcFirstLastPara="1" wrap="square" lIns="91425" tIns="91425" rIns="91425" bIns="91425" anchor="t" anchorCtr="0">
            <a:noAutofit/>
          </a:bodyPr>
          <a:lstStyle/>
          <a:p>
            <a:pPr lvl="0" indent="-330200">
              <a:buSzPts val="1600"/>
            </a:pPr>
            <a:r>
              <a:rPr lang="en-US" sz="1600" dirty="0"/>
              <a:t>The Gender-Neutral Skill Assessment Engine is a recruitment platform designed to reduce hiring bias by removing personal information from candidate profiles. </a:t>
            </a:r>
          </a:p>
          <a:p>
            <a:pPr lvl="0" indent="-330200">
              <a:buSzPts val="1600"/>
            </a:pPr>
            <a:r>
              <a:rPr lang="en-US" sz="1600" dirty="0"/>
              <a:t>Candidates are evaluated through coding tests, aptitude tests, and technical assessments. An automated scoring system based on AI ranks candidates based on performance, while recruiters view only candidate IDs and test results.</a:t>
            </a:r>
          </a:p>
          <a:p>
            <a:pPr lvl="0" indent="-330200">
              <a:buSzPts val="1600"/>
            </a:pPr>
            <a:r>
              <a:rPr lang="en-US" sz="1600" dirty="0"/>
              <a:t>This ensures fair, transparent, and merit-based hiring.</a:t>
            </a:r>
            <a:br>
              <a:rPr lang="en" sz="1600" dirty="0"/>
            </a:br>
            <a:endParaRPr lang="en" sz="1600" dirty="0"/>
          </a:p>
          <a:p>
            <a:pPr marL="127000" lvl="0" indent="0">
              <a:buSzPts val="1600"/>
              <a:buNone/>
            </a:pPr>
            <a:endParaRPr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6"/>
          <p:cNvSpPr txBox="1">
            <a:spLocks noGrp="1"/>
          </p:cNvSpPr>
          <p:nvPr>
            <p:ph type="title"/>
          </p:nvPr>
        </p:nvSpPr>
        <p:spPr>
          <a:xfrm>
            <a:off x="786150" y="308120"/>
            <a:ext cx="7571700" cy="702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Introduction </a:t>
            </a:r>
            <a:endParaRPr/>
          </a:p>
        </p:txBody>
      </p:sp>
      <p:sp>
        <p:nvSpPr>
          <p:cNvPr id="97" name="Google Shape;97;p16"/>
          <p:cNvSpPr txBox="1">
            <a:spLocks noGrp="1"/>
          </p:cNvSpPr>
          <p:nvPr>
            <p:ph type="body" idx="1"/>
          </p:nvPr>
        </p:nvSpPr>
        <p:spPr>
          <a:xfrm>
            <a:off x="786150" y="1181017"/>
            <a:ext cx="7335874" cy="3573600"/>
          </a:xfrm>
          <a:prstGeom prst="rect">
            <a:avLst/>
          </a:prstGeom>
        </p:spPr>
        <p:txBody>
          <a:bodyPr spcFirstLastPara="1" wrap="square" lIns="91425" tIns="91425" rIns="91425" bIns="91425" anchor="t" anchorCtr="0">
            <a:noAutofit/>
          </a:bodyPr>
          <a:lstStyle/>
          <a:p>
            <a:pPr lvl="0" indent="-330200">
              <a:buSzPts val="1600"/>
            </a:pPr>
            <a:r>
              <a:rPr lang="en-US" sz="1600" dirty="0"/>
              <a:t>What if hiring decisions were made without knowing the candidate’s name, gender, religion or background?</a:t>
            </a:r>
          </a:p>
          <a:p>
            <a:pPr lvl="0" indent="-330200">
              <a:buSzPts val="1600"/>
            </a:pPr>
            <a:r>
              <a:rPr lang="en-US" sz="1600" dirty="0"/>
              <a:t>Hiring the right talent is essential for organizations, but traditional recruitment methods may introduce human bias.</a:t>
            </a:r>
          </a:p>
          <a:p>
            <a:pPr lvl="0" indent="-330200">
              <a:buSzPts val="1600"/>
            </a:pPr>
            <a:r>
              <a:rPr lang="en-US" sz="1600" dirty="0"/>
              <a:t>To solve this problem, blind recruitment techniques can be used to hide personal identity details of the candidate during evaluation.</a:t>
            </a:r>
          </a:p>
          <a:p>
            <a:pPr lvl="0" indent="-330200">
              <a:buSzPts val="1600"/>
            </a:pPr>
            <a:r>
              <a:rPr lang="en-US" sz="1600" dirty="0"/>
              <a:t>The Gender-Neutral Skill Assessment Engine implements this concept by anonymizing candidate profiles and evaluating them only through skill-based tests and automated scoring system.</a:t>
            </a:r>
            <a:endParaRPr lang="en"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17"/>
          <p:cNvSpPr txBox="1">
            <a:spLocks noGrp="1"/>
          </p:cNvSpPr>
          <p:nvPr>
            <p:ph type="title"/>
          </p:nvPr>
        </p:nvSpPr>
        <p:spPr>
          <a:xfrm>
            <a:off x="786150" y="308120"/>
            <a:ext cx="7571700" cy="702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Problem statement</a:t>
            </a:r>
            <a:endParaRPr/>
          </a:p>
        </p:txBody>
      </p:sp>
      <p:sp>
        <p:nvSpPr>
          <p:cNvPr id="103" name="Google Shape;103;p17"/>
          <p:cNvSpPr txBox="1">
            <a:spLocks noGrp="1"/>
          </p:cNvSpPr>
          <p:nvPr>
            <p:ph type="body" idx="1"/>
          </p:nvPr>
        </p:nvSpPr>
        <p:spPr>
          <a:xfrm>
            <a:off x="786150" y="1261700"/>
            <a:ext cx="7571700" cy="3573600"/>
          </a:xfrm>
          <a:prstGeom prst="rect">
            <a:avLst/>
          </a:prstGeom>
        </p:spPr>
        <p:txBody>
          <a:bodyPr spcFirstLastPara="1" wrap="square" lIns="91425" tIns="91425" rIns="91425" bIns="91425" anchor="t" anchorCtr="0">
            <a:noAutofit/>
          </a:bodyPr>
          <a:lstStyle/>
          <a:p>
            <a:pPr lvl="0" indent="-330200">
              <a:buSzPts val="1600"/>
            </a:pPr>
            <a:r>
              <a:rPr lang="en-US" sz="1600" dirty="0"/>
              <a:t>Recruitment processes often suffer from unconscious bias, where candidates may be judged based on name, gender, religion, age or caste instead of their actual skills.</a:t>
            </a:r>
          </a:p>
          <a:p>
            <a:pPr lvl="0" indent="-330200">
              <a:buSzPts val="1600"/>
            </a:pPr>
            <a:r>
              <a:rPr lang="en-US" sz="1600" dirty="0"/>
              <a:t>This can lead to unfair hiring decisions and talented candidates being rejected.</a:t>
            </a:r>
          </a:p>
          <a:p>
            <a:pPr lvl="0" indent="-330200">
              <a:buSzPts val="1600"/>
            </a:pPr>
            <a:r>
              <a:rPr lang="en-US" sz="1600" dirty="0"/>
              <a:t>Therefore, there is a need for a fair recruitment system that evaluates candidates purely based on their skills and performance, without revealing personal</a:t>
            </a:r>
            <a:br>
              <a:rPr lang="en-US" sz="1600" dirty="0"/>
            </a:br>
            <a:r>
              <a:rPr lang="en-US" sz="1600" dirty="0"/>
              <a:t>information of the candidates</a:t>
            </a:r>
          </a:p>
          <a:p>
            <a:pPr lvl="0" indent="-330200">
              <a:buSzPts val="1600"/>
            </a:pPr>
            <a:r>
              <a:rPr lang="en" sz="1600" dirty="0"/>
              <a:t>Especially women, minority and tribal communities are facing these problems.</a:t>
            </a:r>
          </a:p>
          <a:p>
            <a:pPr lvl="0" indent="-330200">
              <a:buSzPts val="1600"/>
            </a:pPr>
            <a:endParaRPr lang="en"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8" name="Google Shape;108;p18"/>
          <p:cNvSpPr txBox="1">
            <a:spLocks noGrp="1"/>
          </p:cNvSpPr>
          <p:nvPr>
            <p:ph type="title"/>
          </p:nvPr>
        </p:nvSpPr>
        <p:spPr>
          <a:xfrm>
            <a:off x="786150" y="516325"/>
            <a:ext cx="2321700" cy="494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Technical Details</a:t>
            </a:r>
            <a:endParaRPr/>
          </a:p>
        </p:txBody>
      </p:sp>
      <p:sp>
        <p:nvSpPr>
          <p:cNvPr id="110" name="Google Shape;110;p18"/>
          <p:cNvSpPr txBox="1">
            <a:spLocks noGrp="1"/>
          </p:cNvSpPr>
          <p:nvPr>
            <p:ph type="body" idx="1"/>
          </p:nvPr>
        </p:nvSpPr>
        <p:spPr>
          <a:xfrm>
            <a:off x="708339" y="1010724"/>
            <a:ext cx="7714444" cy="4132775"/>
          </a:xfrm>
          <a:prstGeom prst="rect">
            <a:avLst/>
          </a:prstGeom>
        </p:spPr>
        <p:txBody>
          <a:bodyPr spcFirstLastPara="1" wrap="square" lIns="91425" tIns="91425" rIns="91425" bIns="91425" anchor="t" anchorCtr="0">
            <a:noAutofit/>
          </a:bodyPr>
          <a:lstStyle/>
          <a:p>
            <a:pPr lvl="0" indent="-330200">
              <a:buSzPts val="1600"/>
            </a:pPr>
            <a:r>
              <a:rPr lang="en-IN" sz="1600" dirty="0"/>
              <a:t>The system is built as a web-based recruitment platform.</a:t>
            </a:r>
          </a:p>
          <a:p>
            <a:pPr lvl="0" indent="-330200">
              <a:buSzPts val="1600"/>
            </a:pPr>
            <a:r>
              <a:rPr lang="en-IN" sz="1600" dirty="0"/>
              <a:t>Technologies Needed:</a:t>
            </a:r>
          </a:p>
          <a:p>
            <a:pPr lvl="0" indent="-330200">
              <a:buSzPts val="1600"/>
            </a:pPr>
            <a:r>
              <a:rPr lang="en-IN" sz="1600" dirty="0"/>
              <a:t>Frontend:</a:t>
            </a:r>
            <a:br>
              <a:rPr lang="en-IN" sz="1600" dirty="0"/>
            </a:br>
            <a:r>
              <a:rPr lang="en-IN" sz="1600" dirty="0"/>
              <a:t> React / HTML / CSS / JavaScript</a:t>
            </a:r>
          </a:p>
          <a:p>
            <a:pPr lvl="0" indent="-330200">
              <a:buSzPts val="1600"/>
            </a:pPr>
            <a:r>
              <a:rPr lang="en-IN" sz="1600" dirty="0"/>
              <a:t>Backend: </a:t>
            </a:r>
            <a:br>
              <a:rPr lang="en-IN" sz="1600" dirty="0"/>
            </a:br>
            <a:r>
              <a:rPr lang="en-IN" sz="1600" dirty="0"/>
              <a:t> Python (Flask/Django) or Node.js</a:t>
            </a:r>
          </a:p>
          <a:p>
            <a:pPr lvl="0" indent="-330200">
              <a:buSzPts val="1600"/>
            </a:pPr>
            <a:r>
              <a:rPr lang="en-IN" sz="1600" dirty="0"/>
              <a:t>Superbase:</a:t>
            </a:r>
            <a:br>
              <a:rPr lang="en-IN" sz="1600" dirty="0"/>
            </a:br>
            <a:r>
              <a:rPr lang="en-IN" sz="1600" dirty="0"/>
              <a:t> MongoDB / MySQL</a:t>
            </a:r>
          </a:p>
          <a:p>
            <a:pPr lvl="0" indent="-330200">
              <a:buSzPts val="1600"/>
            </a:pPr>
            <a:r>
              <a:rPr lang="en-IN" sz="1600" dirty="0"/>
              <a:t>Additional Tools: </a:t>
            </a:r>
            <a:br>
              <a:rPr lang="en-IN" sz="1600" dirty="0"/>
            </a:br>
            <a:r>
              <a:rPr lang="en-IN" sz="1600" dirty="0"/>
              <a:t> AI-based fairness analysis</a:t>
            </a:r>
            <a:br>
              <a:rPr lang="en-IN" sz="1600" dirty="0"/>
            </a:br>
            <a:r>
              <a:rPr lang="en-IN" sz="1600" dirty="0"/>
              <a:t> Secure authentication</a:t>
            </a:r>
            <a:br>
              <a:rPr lang="en-IN" sz="1600" dirty="0"/>
            </a:br>
            <a:r>
              <a:rPr lang="en-IN" sz="1600" dirty="0"/>
              <a:t> Cloud deployment (AWS / Firebase)</a:t>
            </a:r>
            <a:br>
              <a:rPr lang="en" sz="1600" dirty="0"/>
            </a:br>
            <a:endParaRPr sz="1600" dirty="0"/>
          </a:p>
          <a:p>
            <a:pPr marL="457200" lvl="0" indent="0" algn="l" rtl="0">
              <a:spcBef>
                <a:spcPts val="600"/>
              </a:spcBef>
              <a:spcAft>
                <a:spcPts val="0"/>
              </a:spcAft>
              <a:buNone/>
            </a:pPr>
            <a:endParaRPr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BAD1A2-A908-EFBA-1565-DD595B74B0EE}"/>
              </a:ext>
            </a:extLst>
          </p:cNvPr>
          <p:cNvSpPr>
            <a:spLocks noGrp="1"/>
          </p:cNvSpPr>
          <p:nvPr>
            <p:ph type="title"/>
          </p:nvPr>
        </p:nvSpPr>
        <p:spPr>
          <a:xfrm>
            <a:off x="695998" y="-12105"/>
            <a:ext cx="7571700" cy="702600"/>
          </a:xfrm>
        </p:spPr>
        <p:txBody>
          <a:bodyPr/>
          <a:lstStyle/>
          <a:p>
            <a:r>
              <a:rPr lang="en" dirty="0"/>
              <a:t>System Design</a:t>
            </a:r>
            <a:endParaRPr lang="en-IN" dirty="0"/>
          </a:p>
        </p:txBody>
      </p:sp>
      <p:sp>
        <p:nvSpPr>
          <p:cNvPr id="3" name="Text Placeholder 2">
            <a:extLst>
              <a:ext uri="{FF2B5EF4-FFF2-40B4-BE49-F238E27FC236}">
                <a16:creationId xmlns:a16="http://schemas.microsoft.com/office/drawing/2014/main" id="{551E3C0E-4060-E35F-3E0B-A9E8FFDB3A78}"/>
              </a:ext>
            </a:extLst>
          </p:cNvPr>
          <p:cNvSpPr>
            <a:spLocks noGrp="1"/>
          </p:cNvSpPr>
          <p:nvPr>
            <p:ph type="body" idx="1"/>
          </p:nvPr>
        </p:nvSpPr>
        <p:spPr>
          <a:xfrm>
            <a:off x="535012" y="690495"/>
            <a:ext cx="5601771" cy="4699666"/>
          </a:xfrm>
        </p:spPr>
        <p:txBody>
          <a:bodyPr/>
          <a:lstStyle/>
          <a:p>
            <a:pPr lvl="0" indent="-330200">
              <a:buSzPts val="1600"/>
            </a:pPr>
            <a:r>
              <a:rPr lang="en-US" sz="1600" dirty="0"/>
              <a:t>The platform consists of several modules:</a:t>
            </a:r>
          </a:p>
          <a:p>
            <a:pPr lvl="0" indent="-330200">
              <a:buSzPts val="1600"/>
            </a:pPr>
            <a:r>
              <a:rPr lang="en-US" sz="1600" dirty="0"/>
              <a:t>Candidate Anonymization Module:</a:t>
            </a:r>
            <a:br>
              <a:rPr lang="en-US" sz="1600" dirty="0"/>
            </a:br>
            <a:r>
              <a:rPr lang="en-US" sz="1600" dirty="0"/>
              <a:t> It removes personal details and assigns a unique candidate ID.</a:t>
            </a:r>
          </a:p>
          <a:p>
            <a:pPr lvl="0" indent="-330200">
              <a:buSzPts val="1600"/>
            </a:pPr>
            <a:r>
              <a:rPr lang="en-US" sz="1600" dirty="0"/>
              <a:t>Skill Assessment Engine:</a:t>
            </a:r>
            <a:br>
              <a:rPr lang="en-US" sz="1600" dirty="0"/>
            </a:br>
            <a:r>
              <a:rPr lang="en-US" sz="1600" dirty="0"/>
              <a:t> Evaluates candidates using coding, aptitude, and domain tests.</a:t>
            </a:r>
          </a:p>
          <a:p>
            <a:pPr lvl="0" indent="-330200">
              <a:buSzPts val="1600"/>
            </a:pPr>
            <a:r>
              <a:rPr lang="en-US" sz="1600" dirty="0"/>
              <a:t>Automated Scoring System:</a:t>
            </a:r>
            <a:br>
              <a:rPr lang="en-US" sz="1600" dirty="0"/>
            </a:br>
            <a:r>
              <a:rPr lang="en-US" sz="1600" dirty="0"/>
              <a:t> Calculates scores and ranks candidates based on performance.</a:t>
            </a:r>
          </a:p>
          <a:p>
            <a:pPr lvl="0" indent="-330200">
              <a:buSzPts val="1600"/>
            </a:pPr>
            <a:r>
              <a:rPr lang="en-US" sz="1600" dirty="0"/>
              <a:t>Fairness Monitoring System:</a:t>
            </a:r>
            <a:br>
              <a:rPr lang="en-US" sz="1600" dirty="0"/>
            </a:br>
            <a:r>
              <a:rPr lang="en-US" sz="1600" dirty="0"/>
              <a:t> Ensures consistent and unbiased evaluation.</a:t>
            </a:r>
          </a:p>
          <a:p>
            <a:pPr lvl="0" indent="-330200">
              <a:buSzPts val="1600"/>
            </a:pPr>
            <a:r>
              <a:rPr lang="en-US" sz="1600" dirty="0"/>
              <a:t>Recruiter Dashboard:</a:t>
            </a:r>
            <a:br>
              <a:rPr lang="en-US" sz="1600" dirty="0"/>
            </a:br>
            <a:r>
              <a:rPr lang="en-US" sz="1600" dirty="0"/>
              <a:t> Displays candidate rankings and test results without</a:t>
            </a:r>
            <a:br>
              <a:rPr lang="en-US" sz="1600" dirty="0"/>
            </a:br>
            <a:r>
              <a:rPr lang="en-US" sz="1600" dirty="0"/>
              <a:t> revealing identity.</a:t>
            </a:r>
            <a:endParaRPr lang="en-IN" sz="1600" dirty="0"/>
          </a:p>
        </p:txBody>
      </p:sp>
      <p:pic>
        <p:nvPicPr>
          <p:cNvPr id="7" name="Picture 6">
            <a:extLst>
              <a:ext uri="{FF2B5EF4-FFF2-40B4-BE49-F238E27FC236}">
                <a16:creationId xmlns:a16="http://schemas.microsoft.com/office/drawing/2014/main" id="{1185709C-78DD-B97C-6979-123C68713BE0}"/>
              </a:ext>
            </a:extLst>
          </p:cNvPr>
          <p:cNvPicPr>
            <a:picLocks noChangeAspect="1"/>
          </p:cNvPicPr>
          <p:nvPr/>
        </p:nvPicPr>
        <p:blipFill>
          <a:blip r:embed="rId2"/>
          <a:stretch>
            <a:fillRect/>
          </a:stretch>
        </p:blipFill>
        <p:spPr>
          <a:xfrm>
            <a:off x="6136783" y="690495"/>
            <a:ext cx="2740159" cy="4110239"/>
          </a:xfrm>
          <a:prstGeom prst="rect">
            <a:avLst/>
          </a:prstGeom>
        </p:spPr>
      </p:pic>
    </p:spTree>
    <p:extLst>
      <p:ext uri="{BB962C8B-B14F-4D97-AF65-F5344CB8AC3E}">
        <p14:creationId xmlns:p14="http://schemas.microsoft.com/office/powerpoint/2010/main" val="16896060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19"/>
          <p:cNvSpPr txBox="1">
            <a:spLocks noGrp="1"/>
          </p:cNvSpPr>
          <p:nvPr>
            <p:ph type="title"/>
          </p:nvPr>
        </p:nvSpPr>
        <p:spPr>
          <a:xfrm>
            <a:off x="630900" y="262167"/>
            <a:ext cx="7571700" cy="702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Business Prospect</a:t>
            </a:r>
            <a:endParaRPr dirty="0"/>
          </a:p>
        </p:txBody>
      </p:sp>
      <p:sp>
        <p:nvSpPr>
          <p:cNvPr id="118" name="Google Shape;118;p19"/>
          <p:cNvSpPr txBox="1">
            <a:spLocks noGrp="1"/>
          </p:cNvSpPr>
          <p:nvPr>
            <p:ph type="body" idx="1"/>
          </p:nvPr>
        </p:nvSpPr>
        <p:spPr>
          <a:xfrm>
            <a:off x="630900" y="964767"/>
            <a:ext cx="7882200" cy="4076675"/>
          </a:xfrm>
          <a:prstGeom prst="rect">
            <a:avLst/>
          </a:prstGeom>
        </p:spPr>
        <p:txBody>
          <a:bodyPr spcFirstLastPara="1" wrap="square" lIns="91425" tIns="91425" rIns="91425" bIns="91425" anchor="t" anchorCtr="0">
            <a:noAutofit/>
          </a:bodyPr>
          <a:lstStyle/>
          <a:p>
            <a:r>
              <a:rPr lang="en-US" sz="1600" dirty="0"/>
              <a:t>The solution matches current HR market trends toward AI-driven hiring, diversity, and unbiased recruitment.</a:t>
            </a:r>
          </a:p>
          <a:p>
            <a:r>
              <a:rPr lang="en-US" sz="1600" dirty="0"/>
              <a:t>Bias during hiring causes talent loss and unfair decisions and solving it improves workplace equality, diversity, and hiring accuracy.</a:t>
            </a:r>
          </a:p>
          <a:p>
            <a:r>
              <a:rPr lang="en-US" sz="1600" dirty="0"/>
              <a:t>Beneficiaries include startups, enterprises, HR consultancies, and online recruitment platforms.</a:t>
            </a:r>
          </a:p>
          <a:p>
            <a:r>
              <a:rPr lang="en-US" sz="1600" dirty="0"/>
              <a:t>Revenue model can use SaaS subscriptions, enterprise licensing, and freemium plans as its income sources.</a:t>
            </a:r>
          </a:p>
          <a:p>
            <a:r>
              <a:rPr lang="en-US" sz="1600" dirty="0"/>
              <a:t>Unique Selling Point (USP): Candidate anonymization + automated skill scoring + fairness monitoring + dashboard system at a single platform.</a:t>
            </a:r>
          </a:p>
          <a:p>
            <a:r>
              <a:rPr lang="en-US" sz="1600" dirty="0"/>
              <a:t>Industries likely to adopt it: IT companies, banking, education, healthcare, consulting, and large recruitment firms.</a:t>
            </a:r>
          </a:p>
          <a:p>
            <a:pPr marL="457200" marR="0" lvl="0" indent="-330200" algn="l" rtl="0">
              <a:lnSpc>
                <a:spcPct val="100000"/>
              </a:lnSpc>
              <a:spcBef>
                <a:spcPts val="0"/>
              </a:spcBef>
              <a:spcAft>
                <a:spcPts val="0"/>
              </a:spcAft>
              <a:buSzPts val="1600"/>
              <a:buChar char="◎"/>
            </a:pPr>
            <a:endParaRPr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20"/>
          <p:cNvSpPr txBox="1">
            <a:spLocks noGrp="1"/>
          </p:cNvSpPr>
          <p:nvPr>
            <p:ph type="title"/>
          </p:nvPr>
        </p:nvSpPr>
        <p:spPr>
          <a:xfrm>
            <a:off x="786150" y="308120"/>
            <a:ext cx="7571700" cy="702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Conclusion </a:t>
            </a:r>
            <a:endParaRPr dirty="0"/>
          </a:p>
        </p:txBody>
      </p:sp>
      <p:sp>
        <p:nvSpPr>
          <p:cNvPr id="124" name="Google Shape;124;p20"/>
          <p:cNvSpPr txBox="1">
            <a:spLocks noGrp="1"/>
          </p:cNvSpPr>
          <p:nvPr>
            <p:ph type="body" idx="1"/>
          </p:nvPr>
        </p:nvSpPr>
        <p:spPr>
          <a:xfrm>
            <a:off x="786150" y="1054436"/>
            <a:ext cx="7571700" cy="3573600"/>
          </a:xfrm>
          <a:prstGeom prst="rect">
            <a:avLst/>
          </a:prstGeom>
        </p:spPr>
        <p:txBody>
          <a:bodyPr spcFirstLastPara="1" wrap="square" lIns="91425" tIns="91425" rIns="91425" bIns="91425" anchor="t" anchorCtr="0">
            <a:noAutofit/>
          </a:bodyPr>
          <a:lstStyle/>
          <a:p>
            <a:pPr lvl="0" indent="-330200">
              <a:buSzPts val="1600"/>
            </a:pPr>
            <a:r>
              <a:rPr lang="en-US" sz="1600" dirty="0"/>
              <a:t>The Gender-Neutral Skill Assessment Engine provides a fair recruitment process by hiding personal identity details and focusing only on candidate skills.</a:t>
            </a:r>
          </a:p>
          <a:p>
            <a:pPr lvl="0" indent="-330200">
              <a:buSzPts val="1600"/>
            </a:pPr>
            <a:r>
              <a:rPr lang="en-US" sz="1600" dirty="0"/>
              <a:t>It reduces unconscious bias and improves transparency during hiring .</a:t>
            </a:r>
          </a:p>
          <a:p>
            <a:pPr lvl="0" indent="-330200">
              <a:buSzPts val="1600"/>
            </a:pPr>
            <a:r>
              <a:rPr lang="en-US" sz="1600" dirty="0"/>
              <a:t>Organizations can select candidates based on merit, leading to better talent recognition.</a:t>
            </a:r>
          </a:p>
          <a:p>
            <a:pPr lvl="0" indent="-330200">
              <a:buSzPts val="1600"/>
            </a:pPr>
            <a:r>
              <a:rPr lang="en-US" sz="1600" dirty="0"/>
              <a:t>This system benefits companies, HR agencies, recruitment platforms, and job seekers by making hiring more efficient and merit based.</a:t>
            </a:r>
          </a:p>
          <a:p>
            <a:pPr lvl="0" indent="-330200">
              <a:buSzPts val="1600"/>
            </a:pPr>
            <a:r>
              <a:rPr lang="en-US" sz="1600" dirty="0"/>
              <a:t>It supports workplace diversity and equal opportunities in employment.</a:t>
            </a:r>
          </a:p>
          <a:p>
            <a:pPr lvl="0" indent="-330200">
              <a:buSzPts val="1600"/>
            </a:pPr>
            <a:r>
              <a:rPr lang="en-US" sz="1600" dirty="0"/>
              <a:t>Future improvements can include AI-based interview analysis, proctoring, and predictive hiring analytics.</a:t>
            </a:r>
          </a:p>
          <a:p>
            <a:pPr lvl="0" indent="-330200">
              <a:buSzPts val="1600"/>
            </a:pPr>
            <a:r>
              <a:rPr lang="en-US" sz="1600" dirty="0"/>
              <a:t>Overall, the solution contributes to modern, unbiased, and technology-driven recruitment practices.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29" name="Google Shape;129;p21"/>
          <p:cNvSpPr txBox="1">
            <a:spLocks noGrp="1"/>
          </p:cNvSpPr>
          <p:nvPr>
            <p:ph type="title"/>
          </p:nvPr>
        </p:nvSpPr>
        <p:spPr>
          <a:xfrm>
            <a:off x="786150" y="308120"/>
            <a:ext cx="7571700" cy="702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References </a:t>
            </a:r>
            <a:endParaRPr/>
          </a:p>
        </p:txBody>
      </p:sp>
      <p:sp>
        <p:nvSpPr>
          <p:cNvPr id="130" name="Google Shape;130;p21"/>
          <p:cNvSpPr txBox="1">
            <a:spLocks noGrp="1"/>
          </p:cNvSpPr>
          <p:nvPr>
            <p:ph type="body" idx="1"/>
          </p:nvPr>
        </p:nvSpPr>
        <p:spPr>
          <a:xfrm>
            <a:off x="786150" y="1261700"/>
            <a:ext cx="7571700" cy="3573600"/>
          </a:xfrm>
          <a:prstGeom prst="rect">
            <a:avLst/>
          </a:prstGeom>
        </p:spPr>
        <p:txBody>
          <a:bodyPr spcFirstLastPara="1" wrap="square" lIns="91425" tIns="91425" rIns="91425" bIns="91425" anchor="t" anchorCtr="0">
            <a:noAutofit/>
          </a:bodyPr>
          <a:lstStyle/>
          <a:p>
            <a:pPr lvl="0" indent="-330200">
              <a:buSzPts val="1600"/>
            </a:pPr>
            <a:r>
              <a:rPr lang="en-US" sz="1600" dirty="0"/>
              <a:t>Bertrand, Marianne and Sendhil Mullainathan. "Are Emily And Greg More Employable Than Lakisha And Jamal? A Field Experiment On Labor Market Discrimination," American Economic Review 94(4) (September 2004): 991-1013. </a:t>
            </a:r>
          </a:p>
          <a:p>
            <a:pPr lvl="0" indent="-330200">
              <a:buSzPts val="1600"/>
            </a:pPr>
            <a:r>
              <a:rPr lang="en-US" sz="1600" dirty="0"/>
              <a:t>Black, Sandra E. and Elizabeth Brainerd. “Importing Equality? The Impact of Globalization on Gender Discrimination” Industrial and Labor Relations Review. July 2004; 57(4): 540-59 </a:t>
            </a:r>
          </a:p>
          <a:p>
            <a:pPr lvl="0" indent="-330200">
              <a:buSzPts val="1600"/>
            </a:pPr>
            <a:r>
              <a:rPr lang="en-US" sz="1600" dirty="0"/>
              <a:t>Darity, William A. Jr., and Patrick L. Mason. “Evidence on Discrimination in Employment: Codes of Color, Codes of Gender”. Journal of Economic Perspectives 12(2) (Spring 1998):63-90. </a:t>
            </a:r>
            <a:endParaRPr sz="1600" dirty="0"/>
          </a:p>
        </p:txBody>
      </p:sp>
    </p:spTree>
  </p:cSld>
  <p:clrMapOvr>
    <a:masterClrMapping/>
  </p:clrMapOvr>
</p:sld>
</file>

<file path=ppt/theme/theme1.xml><?xml version="1.0" encoding="utf-8"?>
<a:theme xmlns:a="http://schemas.openxmlformats.org/drawingml/2006/main" name="Cordelia template">
  <a:themeElements>
    <a:clrScheme name="Custom 347">
      <a:dk1>
        <a:srgbClr val="263238"/>
      </a:dk1>
      <a:lt1>
        <a:srgbClr val="FFFFFF"/>
      </a:lt1>
      <a:dk2>
        <a:srgbClr val="607D8B"/>
      </a:dk2>
      <a:lt2>
        <a:srgbClr val="ECEFF1"/>
      </a:lt2>
      <a:accent1>
        <a:srgbClr val="0091EA"/>
      </a:accent1>
      <a:accent2>
        <a:srgbClr val="0053A3"/>
      </a:accent2>
      <a:accent3>
        <a:srgbClr val="607D8B"/>
      </a:accent3>
      <a:accent4>
        <a:srgbClr val="CFD8DC"/>
      </a:accent4>
      <a:accent5>
        <a:srgbClr val="ECEFF1"/>
      </a:accent5>
      <a:accent6>
        <a:srgbClr val="ACDBF8"/>
      </a:accent6>
      <a:hlink>
        <a:srgbClr val="0091EA"/>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102</TotalTime>
  <Words>774</Words>
  <Application>Microsoft Office PowerPoint</Application>
  <PresentationFormat>On-screen Show (16:9)</PresentationFormat>
  <Paragraphs>62</Paragraphs>
  <Slides>10</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Source Sans Pro</vt:lpstr>
      <vt:lpstr>Arial</vt:lpstr>
      <vt:lpstr>Roboto Slab</vt:lpstr>
      <vt:lpstr>Cordelia template</vt:lpstr>
      <vt:lpstr>PowerPoint Presentation</vt:lpstr>
      <vt:lpstr>Agenda</vt:lpstr>
      <vt:lpstr>Abstract</vt:lpstr>
      <vt:lpstr>Introduction </vt:lpstr>
      <vt:lpstr>Problem statement</vt:lpstr>
      <vt:lpstr>Technical Details</vt:lpstr>
      <vt:lpstr>System Design</vt:lpstr>
      <vt:lpstr>Business Prospect</vt:lpstr>
      <vt:lpstr>Conclusion </vt:lpstr>
      <vt:lpstr>References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Sameer Mohammad</dc:creator>
  <cp:lastModifiedBy>Sameer Mohammad</cp:lastModifiedBy>
  <cp:revision>4</cp:revision>
  <dcterms:modified xsi:type="dcterms:W3CDTF">2026-03-14T10:01:59Z</dcterms:modified>
</cp:coreProperties>
</file>